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36" y="1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3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2">
                  <a:tint val="54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Sheet1!$A$2:$A$6</c:f>
              <c:strCache>
                <c:ptCount val="5"/>
                <c:pt idx="0">
                  <c:v>Dưới 6 tháng</c:v>
                </c:pt>
                <c:pt idx="1">
                  <c:v>6 tháng đến 1 năm</c:v>
                </c:pt>
                <c:pt idx="2">
                  <c:v>1-3 năm</c:v>
                </c:pt>
                <c:pt idx="3">
                  <c:v>3-5 năm</c:v>
                </c:pt>
                <c:pt idx="4">
                  <c:v>trên 5 năm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4353</c:v>
                </c:pt>
                <c:pt idx="1">
                  <c:v>3490</c:v>
                </c:pt>
                <c:pt idx="2">
                  <c:v>5763</c:v>
                </c:pt>
                <c:pt idx="3">
                  <c:v>2350</c:v>
                </c:pt>
                <c:pt idx="4">
                  <c:v>4703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D2-4C13-99C4-2AF1DC5EB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0505225853579445"/>
          <c:y val="0.11250287371108736"/>
          <c:w val="0.29494774146420555"/>
          <c:h val="0.561139562225672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lượng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2">
                  <a:tint val="58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>
                  <a:tint val="86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2">
                  <a:shade val="86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1"/>
            <c:bubble3D val="0"/>
            <c:spPr>
              <a:solidFill>
                <a:schemeClr val="accent2">
                  <a:shade val="58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shade val="95000"/>
                          <a:satMod val="10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Rank 6</c:v>
                </c:pt>
                <c:pt idx="1">
                  <c:v>Rank 5</c:v>
                </c:pt>
                <c:pt idx="2">
                  <c:v>Rank 4</c:v>
                </c:pt>
                <c:pt idx="3">
                  <c:v>Rank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9989</c:v>
                </c:pt>
                <c:pt idx="1">
                  <c:v>10071</c:v>
                </c:pt>
                <c:pt idx="2">
                  <c:v>519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8C-48A5-9323-9EF58CA739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056793295311204"/>
          <c:y val="9.2509790442861298E-2"/>
          <c:w val="0.54337881027371293"/>
          <c:h val="0.778599029288005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shade val="95000"/>
                          <a:satMod val="10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HO/BO</c:v>
                </c:pt>
                <c:pt idx="1">
                  <c:v>Rural</c:v>
                </c:pt>
                <c:pt idx="2">
                  <c:v>Urban</c:v>
                </c:pt>
                <c:pt idx="3">
                  <c:v>Winlife</c:v>
                </c:pt>
                <c:pt idx="4">
                  <c:v>Winmart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461</c:v>
                </c:pt>
                <c:pt idx="1">
                  <c:v>5410</c:v>
                </c:pt>
                <c:pt idx="2">
                  <c:v>5988</c:v>
                </c:pt>
                <c:pt idx="3">
                  <c:v>3585</c:v>
                </c:pt>
                <c:pt idx="4">
                  <c:v>5215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26-47E8-869E-25D02AF8CD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40022191"/>
        <c:axId val="440014511"/>
      </c:barChart>
      <c:catAx>
        <c:axId val="4400221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0014511"/>
        <c:auto val="1"/>
        <c:lblAlgn val="ctr"/>
        <c:lblOffset val="100"/>
        <c:noMultiLvlLbl val="0"/>
      </c:catAx>
      <c:valAx>
        <c:axId val="4400145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0022191"/>
        <c:crossBetween val="between"/>
      </c:valAx>
      <c:spPr>
        <a:noFill/>
        <a:ln>
          <a:noFill/>
        </a:ln>
        <a:effectLst>
          <a:softEdge rad="0"/>
        </a:effectLst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lượng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2">
                  <a:tint val="54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>
                  <a:tint val="77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3"/>
            <c:invertIfNegative val="1"/>
            <c:bubble3D val="0"/>
            <c:spPr>
              <a:solidFill>
                <a:schemeClr val="accent2">
                  <a:shade val="76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1"/>
            <c:bubble3D val="0"/>
            <c:spPr>
              <a:solidFill>
                <a:schemeClr val="accent2">
                  <a:shade val="53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shade val="95000"/>
                          <a:satMod val="10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Nhóm 1</c:v>
                </c:pt>
                <c:pt idx="1">
                  <c:v>Nhóm 2</c:v>
                </c:pt>
                <c:pt idx="2">
                  <c:v>Nhóm 3</c:v>
                </c:pt>
                <c:pt idx="3">
                  <c:v>Nhóm 4</c:v>
                </c:pt>
                <c:pt idx="4">
                  <c:v>Nhóm 5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566</c:v>
                </c:pt>
                <c:pt idx="1">
                  <c:v>1111</c:v>
                </c:pt>
                <c:pt idx="2">
                  <c:v>11290</c:v>
                </c:pt>
                <c:pt idx="3">
                  <c:v>5421</c:v>
                </c:pt>
                <c:pt idx="4">
                  <c:v>2271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30-46EC-B739-A45928E918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chemeClr val="tx1"/>
                </a:solidFill>
                <a:latin typeface="Segoe UI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chemeClr val="tx1"/>
                </a:solidFill>
                <a:latin typeface="Segoe UI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shade val="95000"/>
                          <a:satMod val="10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Lấy hàng hóa không thanh toán</c:v>
                </c:pt>
                <c:pt idx="1">
                  <c:v>Vi phạm khác (cố ý gây thương tích, nhắn tin nhạy cảm,CLKK)</c:v>
                </c:pt>
                <c:pt idx="2">
                  <c:v>Gian lận trục lợi (Doanh thu, hàng khuyến mãi trong ưu đãi…)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189</c:v>
                </c:pt>
                <c:pt idx="1">
                  <c:v>40</c:v>
                </c:pt>
                <c:pt idx="2">
                  <c:v>337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AE-4E31-8D05-58F9C81A018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51515999"/>
        <c:axId val="451500639"/>
      </c:barChart>
      <c:catAx>
        <c:axId val="4515159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1500639"/>
        <c:auto val="1"/>
        <c:lblAlgn val="ctr"/>
        <c:lblOffset val="100"/>
        <c:noMultiLvlLbl val="0"/>
      </c:catAx>
      <c:valAx>
        <c:axId val="45150063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1515999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lượng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2">
                  <a:tint val="58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>
                  <a:tint val="86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2">
                  <a:shade val="86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1"/>
            <c:bubble3D val="0"/>
            <c:spPr>
              <a:solidFill>
                <a:schemeClr val="accent2">
                  <a:shade val="58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Gian lận chấm công</c:v>
                </c:pt>
                <c:pt idx="1">
                  <c:v>Gian lận báo cáo doanh thu</c:v>
                </c:pt>
                <c:pt idx="2">
                  <c:v>Sai phạm khác gây ảnh hưởng công việc</c:v>
                </c:pt>
                <c:pt idx="3">
                  <c:v>Gian lận kiểm kê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152</c:v>
                </c:pt>
                <c:pt idx="1">
                  <c:v>199</c:v>
                </c:pt>
                <c:pt idx="2">
                  <c:v>222</c:v>
                </c:pt>
                <c:pt idx="3">
                  <c:v>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7-43B8-80D6-37EA4E05EF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chemeClr val="tx1"/>
                </a:solidFill>
                <a:latin typeface="Segoe UI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chemeClr val="tx1"/>
                </a:solidFill>
                <a:latin typeface="Segoe UI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1378C-EADC-49DA-AED0-BA56EA53E71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0D705B-03C8-40E7-8AA1-D1118A6D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4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0D705B-03C8-40E7-8AA1-D1118A6D3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0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29200" y="182880"/>
            <a:ext cx="6705295" cy="5029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TÌNH HÌNH XỬ LÝ VI PHẠM (XLVP) TẠI WCM TRONG THỜI GIAN QUA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868680"/>
            <a:ext cx="11277295" cy="365760"/>
          </a:xfrm>
          <a:prstGeom prst="roundRect">
            <a:avLst/>
          </a:prstGeom>
          <a:solidFill>
            <a:srgbClr val="FDE9E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 i="0">
                <a:solidFill>
                  <a:srgbClr val="C00000"/>
                </a:solidFill>
                <a:latin typeface="Segoe UI"/>
              </a:defRPr>
            </a:pPr>
            <a:r>
              <a:t>📝 Tổng số biên bản tính từ năm 2025 – T5/2026:  20,659 biên bản  (trung bình ~1,300 BB/tháng)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0489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504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 i="0">
                <a:solidFill>
                  <a:srgbClr val="C00000"/>
                </a:solidFill>
                <a:latin typeface="Segoe UI"/>
              </a:defRPr>
            </a:pPr>
            <a:r>
              <a:t>Thâm niên của CBNV vi phạm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181547"/>
              </p:ext>
            </p:extLst>
          </p:nvPr>
        </p:nvGraphicFramePr>
        <p:xfrm>
          <a:off x="-218770" y="1644112"/>
          <a:ext cx="4043705" cy="247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343400" y="1371600"/>
            <a:ext cx="350489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417320"/>
            <a:ext cx="3504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 i="0">
                <a:solidFill>
                  <a:srgbClr val="C00000"/>
                </a:solidFill>
                <a:latin typeface="Segoe UI"/>
              </a:defRPr>
            </a:pPr>
            <a:r>
              <a:t>Số lượng vi phạm theo cấp bậc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556926"/>
              </p:ext>
            </p:extLst>
          </p:nvPr>
        </p:nvGraphicFramePr>
        <p:xfrm>
          <a:off x="4480560" y="1737360"/>
          <a:ext cx="3230575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229600" y="1371600"/>
            <a:ext cx="350489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504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 i="0">
                <a:solidFill>
                  <a:srgbClr val="C00000"/>
                </a:solidFill>
                <a:latin typeface="Segoe UI"/>
              </a:defRPr>
            </a:pPr>
            <a:r>
              <a:t>Số lượng XLVP theo chuỗi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134072"/>
              </p:ext>
            </p:extLst>
          </p:nvPr>
        </p:nvGraphicFramePr>
        <p:xfrm>
          <a:off x="7985456" y="1737360"/>
          <a:ext cx="38862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57200" y="3977639"/>
            <a:ext cx="350489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023359"/>
            <a:ext cx="3504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 i="0">
                <a:solidFill>
                  <a:srgbClr val="C00000"/>
                </a:solidFill>
                <a:latin typeface="Segoe UI"/>
              </a:defRPr>
            </a:pPr>
            <a:r>
              <a:t>Số lượng vi phạm theo nhóm lỗi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10639"/>
              </p:ext>
            </p:extLst>
          </p:nvPr>
        </p:nvGraphicFramePr>
        <p:xfrm>
          <a:off x="594360" y="4343399"/>
          <a:ext cx="3230575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343400" y="3977639"/>
            <a:ext cx="350489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4023359"/>
            <a:ext cx="3504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 i="0">
                <a:solidFill>
                  <a:srgbClr val="C00000"/>
                </a:solidFill>
                <a:latin typeface="Segoe UI"/>
              </a:defRPr>
            </a:pPr>
            <a:r>
              <a:t>Chi tiết lỗi nhóm 1 (Hàng hóa)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98965"/>
              </p:ext>
            </p:extLst>
          </p:nvPr>
        </p:nvGraphicFramePr>
        <p:xfrm>
          <a:off x="4480560" y="4343399"/>
          <a:ext cx="3230575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8229600" y="3977639"/>
            <a:ext cx="350489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4023359"/>
            <a:ext cx="3504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 i="0">
                <a:solidFill>
                  <a:srgbClr val="C00000"/>
                </a:solidFill>
                <a:latin typeface="Segoe UI"/>
              </a:defRPr>
            </a:pPr>
            <a:r>
              <a:t>Chi tiết lỗi nhóm 2 (Tài chính)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920724"/>
              </p:ext>
            </p:extLst>
          </p:nvPr>
        </p:nvGraphicFramePr>
        <p:xfrm>
          <a:off x="8366760" y="4343399"/>
          <a:ext cx="3230575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29200" y="182880"/>
            <a:ext cx="6705295" cy="5029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VẤN ĐỀ CỦA HỆ THỐNG MINIMART HIỆN NAY (1/3)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57300"/>
            <a:ext cx="2651760" cy="93726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651760" cy="4023360"/>
          </a:xfrm>
          <a:prstGeom prst="roundRect">
            <a:avLst/>
          </a:prstGeom>
          <a:solidFill>
            <a:srgbClr val="FDE9E9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332073" y="1188720"/>
            <a:ext cx="2651760" cy="100584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332073" y="2286000"/>
            <a:ext cx="2651760" cy="4023360"/>
          </a:xfrm>
          <a:prstGeom prst="roundRect">
            <a:avLst/>
          </a:prstGeom>
          <a:solidFill>
            <a:srgbClr val="FFF2E6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206946" y="1188720"/>
            <a:ext cx="2651760" cy="1005840"/>
          </a:xfrm>
          <a:prstGeom prst="roundRect">
            <a:avLst/>
          </a:prstGeom>
          <a:solidFill>
            <a:srgbClr val="385723"/>
          </a:solidFill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6206946" y="2286000"/>
            <a:ext cx="2651760" cy="4023360"/>
          </a:xfrm>
          <a:prstGeom prst="roundRect">
            <a:avLst/>
          </a:prstGeom>
          <a:solidFill>
            <a:srgbClr val="F0F8F0"/>
          </a:solidFill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r>
              <a:rPr dirty="0"/>
              <a:t>• Nhân sự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định</a:t>
            </a:r>
            <a:endParaRPr dirty="0"/>
          </a:p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r>
              <a:rPr dirty="0"/>
              <a:t>• Nhân sự </a:t>
            </a:r>
            <a:r>
              <a:rPr dirty="0" err="1"/>
              <a:t>nghỉ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tục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đứt</a:t>
            </a:r>
            <a:r>
              <a:rPr dirty="0"/>
              <a:t> </a:t>
            </a:r>
            <a:r>
              <a:rPr dirty="0" err="1"/>
              <a:t>gãy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soát</a:t>
            </a:r>
          </a:p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cũ</a:t>
            </a:r>
            <a:r>
              <a:rPr dirty="0"/>
              <a:t> </a:t>
            </a:r>
            <a:r>
              <a:rPr dirty="0" err="1"/>
              <a:t>truyền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 hóa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mới</a:t>
            </a:r>
            <a:endParaRPr dirty="0"/>
          </a:p>
          <a:p>
            <a:pPr algn="l">
              <a:spcBef>
                <a:spcPts val="600"/>
              </a:spcBef>
              <a:defRPr sz="850" b="1" i="0">
                <a:solidFill>
                  <a:srgbClr val="385723"/>
                </a:solidFill>
                <a:latin typeface="Segoe UI"/>
              </a:defRPr>
            </a:pPr>
            <a:r>
              <a:rPr dirty="0"/>
              <a:t>• =&gt; </a:t>
            </a:r>
            <a:r>
              <a:rPr dirty="0" err="1"/>
              <a:t>sai</a:t>
            </a:r>
            <a:r>
              <a:rPr dirty="0"/>
              <a:t> </a:t>
            </a:r>
            <a:r>
              <a:rPr dirty="0" err="1"/>
              <a:t>phạm</a:t>
            </a:r>
            <a:r>
              <a:rPr dirty="0"/>
              <a:t> </a:t>
            </a:r>
            <a:r>
              <a:rPr dirty="0" err="1"/>
              <a:t>trở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"</a:t>
            </a:r>
            <a:r>
              <a:rPr dirty="0" err="1"/>
              <a:t>thói</a:t>
            </a:r>
            <a:r>
              <a:rPr dirty="0"/>
              <a:t> </a:t>
            </a:r>
            <a:r>
              <a:rPr dirty="0" err="1"/>
              <a:t>quen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 hành"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1819" y="1188720"/>
            <a:ext cx="2651760" cy="100584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9081819" y="2286000"/>
            <a:ext cx="2651760" cy="4023360"/>
          </a:xfrm>
          <a:prstGeom prst="roundRect">
            <a:avLst/>
          </a:prstGeom>
          <a:solidFill>
            <a:srgbClr val="F5EBFB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r>
              <a:t>• Suy nghĩ làm đủ mọi cách "miễn đạt doanh số là được" ăn sâu vào thói quen vận hành.</a:t>
            </a:r>
          </a:p>
          <a:p>
            <a:pPr algn="l">
              <a:spcBef>
                <a:spcPts val="600"/>
              </a:spcBef>
              <a:defRPr sz="850" b="1" i="0">
                <a:solidFill>
                  <a:srgbClr val="7030A0"/>
                </a:solidFill>
                <a:latin typeface="Segoe UI"/>
              </a:defRPr>
            </a:pPr>
            <a:r>
              <a:t>• Cần phải thay đổi quyết liệt thành tư duy: "Đạt doanh số bằng cách đúng luật"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01D5B8-C1DB-AFFA-66C8-D7EF10920DE9}"/>
              </a:ext>
            </a:extLst>
          </p:cNvPr>
          <p:cNvSpPr/>
          <p:nvPr/>
        </p:nvSpPr>
        <p:spPr>
          <a:xfrm>
            <a:off x="502920" y="1531620"/>
            <a:ext cx="335280" cy="320040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47935-BBC4-44AA-7074-B04FAF774F6E}"/>
              </a:ext>
            </a:extLst>
          </p:cNvPr>
          <p:cNvSpPr txBox="1"/>
          <p:nvPr/>
        </p:nvSpPr>
        <p:spPr>
          <a:xfrm>
            <a:off x="826770" y="1430030"/>
            <a:ext cx="2228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Hệ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thống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kiểm</a:t>
            </a:r>
            <a:r>
              <a:rPr lang="en-US" sz="1400" dirty="0">
                <a:solidFill>
                  <a:schemeClr val="bg1"/>
                </a:solidFill>
              </a:rPr>
              <a:t> soát </a:t>
            </a:r>
            <a:r>
              <a:rPr lang="en-US" sz="1400" dirty="0" err="1">
                <a:solidFill>
                  <a:schemeClr val="bg1"/>
                </a:solidFill>
              </a:rPr>
              <a:t>đang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chạy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theo</a:t>
            </a:r>
            <a:r>
              <a:rPr lang="en-US" sz="1400" dirty="0">
                <a:solidFill>
                  <a:schemeClr val="bg1"/>
                </a:solidFill>
              </a:rPr>
              <a:t> sự vụ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282C03-87EB-8F2D-3ED9-648DDF1439F3}"/>
              </a:ext>
            </a:extLst>
          </p:cNvPr>
          <p:cNvSpPr txBox="1"/>
          <p:nvPr/>
        </p:nvSpPr>
        <p:spPr>
          <a:xfrm>
            <a:off x="3764280" y="1464320"/>
            <a:ext cx="2219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Vận</a:t>
            </a:r>
            <a:r>
              <a:rPr lang="en-US" sz="1400" dirty="0">
                <a:solidFill>
                  <a:schemeClr val="bg1"/>
                </a:solidFill>
              </a:rPr>
              <a:t> hành </a:t>
            </a:r>
            <a:r>
              <a:rPr lang="en-US" sz="1400" dirty="0" err="1">
                <a:solidFill>
                  <a:schemeClr val="bg1"/>
                </a:solidFill>
              </a:rPr>
              <a:t>không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thực</a:t>
            </a:r>
            <a:r>
              <a:rPr lang="en-US" sz="1400" dirty="0">
                <a:solidFill>
                  <a:schemeClr val="bg1"/>
                </a:solidFill>
              </a:rPr>
              <a:t> sự </a:t>
            </a:r>
            <a:r>
              <a:rPr lang="en-US" sz="1400" dirty="0" err="1">
                <a:solidFill>
                  <a:schemeClr val="bg1"/>
                </a:solidFill>
              </a:rPr>
              <a:t>chủ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động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95F0225-4B7F-20E4-B738-2039D093A69C}"/>
              </a:ext>
            </a:extLst>
          </p:cNvPr>
          <p:cNvSpPr/>
          <p:nvPr/>
        </p:nvSpPr>
        <p:spPr>
          <a:xfrm>
            <a:off x="3448050" y="1546860"/>
            <a:ext cx="335280" cy="320040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0CD13A-A585-8800-856E-ED6858F48600}"/>
              </a:ext>
            </a:extLst>
          </p:cNvPr>
          <p:cNvSpPr txBox="1"/>
          <p:nvPr/>
        </p:nvSpPr>
        <p:spPr>
          <a:xfrm>
            <a:off x="6775703" y="1322308"/>
            <a:ext cx="2194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solidFill>
                  <a:schemeClr val="bg1"/>
                </a:solidFill>
              </a:rPr>
              <a:t>Nhân sự ra vào nhiều, việc đào tạo chưa thực sự ngấm vào CBNV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35250F-F5CF-A458-32AD-0D59DB0ABD7C}"/>
              </a:ext>
            </a:extLst>
          </p:cNvPr>
          <p:cNvSpPr/>
          <p:nvPr/>
        </p:nvSpPr>
        <p:spPr>
          <a:xfrm>
            <a:off x="6384645" y="1489710"/>
            <a:ext cx="335280" cy="320040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6678D3-8850-6D1B-CFE9-9560D0CA0A1B}"/>
              </a:ext>
            </a:extLst>
          </p:cNvPr>
          <p:cNvSpPr txBox="1"/>
          <p:nvPr/>
        </p:nvSpPr>
        <p:spPr>
          <a:xfrm>
            <a:off x="9371682" y="1295638"/>
            <a:ext cx="23618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rPr lang="vi-VN" sz="1400" dirty="0"/>
              <a:t>Suy nghĩ làm đủ mọi cách "miễn đạt doanh số là được" cần thay đổi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FD7B7F-1301-C30D-F5AE-E13894A4659E}"/>
              </a:ext>
            </a:extLst>
          </p:cNvPr>
          <p:cNvSpPr/>
          <p:nvPr/>
        </p:nvSpPr>
        <p:spPr>
          <a:xfrm>
            <a:off x="9092183" y="1504950"/>
            <a:ext cx="335280" cy="320040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25" name="Google Shape;9741;p60">
            <a:extLst>
              <a:ext uri="{FF2B5EF4-FFF2-40B4-BE49-F238E27FC236}">
                <a16:creationId xmlns:a16="http://schemas.microsoft.com/office/drawing/2014/main" id="{09DC2C4A-E889-4401-7E7F-9A42C51BCB2A}"/>
              </a:ext>
            </a:extLst>
          </p:cNvPr>
          <p:cNvSpPr/>
          <p:nvPr/>
        </p:nvSpPr>
        <p:spPr>
          <a:xfrm>
            <a:off x="532930" y="3703979"/>
            <a:ext cx="372159" cy="372159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FD83F0-C897-9838-1290-C10BBE44A3DD}"/>
              </a:ext>
            </a:extLst>
          </p:cNvPr>
          <p:cNvSpPr txBox="1"/>
          <p:nvPr/>
        </p:nvSpPr>
        <p:spPr>
          <a:xfrm>
            <a:off x="942123" y="3517900"/>
            <a:ext cx="203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Quá</a:t>
            </a:r>
            <a:r>
              <a:rPr lang="en-US" sz="1200" dirty="0"/>
              <a:t> </a:t>
            </a:r>
            <a:r>
              <a:rPr lang="en-US" sz="1200" dirty="0" err="1"/>
              <a:t>tập</a:t>
            </a:r>
            <a:r>
              <a:rPr lang="en-US" sz="1200" dirty="0"/>
              <a:t> </a:t>
            </a:r>
            <a:r>
              <a:rPr lang="en-US" sz="1200" dirty="0" err="1"/>
              <a:t>trung</a:t>
            </a:r>
            <a:r>
              <a:rPr lang="en-US" sz="1200" dirty="0"/>
              <a:t> </a:t>
            </a:r>
            <a:r>
              <a:rPr lang="en-US" sz="1200" dirty="0" err="1"/>
              <a:t>vào</a:t>
            </a:r>
            <a:r>
              <a:rPr lang="en-US" sz="1200" dirty="0"/>
              <a:t> </a:t>
            </a:r>
            <a:r>
              <a:rPr lang="en-US" sz="1200" dirty="0" err="1"/>
              <a:t>vấn</a:t>
            </a:r>
            <a:r>
              <a:rPr lang="en-US" sz="1200" dirty="0"/>
              <a:t> </a:t>
            </a:r>
            <a:r>
              <a:rPr lang="en-US" sz="1200" dirty="0" err="1"/>
              <a:t>đề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xử</a:t>
            </a:r>
            <a:r>
              <a:rPr lang="en-US" sz="1200" dirty="0"/>
              <a:t> </a:t>
            </a:r>
            <a:r>
              <a:rPr lang="en-US" sz="1200" dirty="0" err="1"/>
              <a:t>lý</a:t>
            </a:r>
            <a:r>
              <a:rPr lang="en-US" sz="1200" dirty="0"/>
              <a:t> </a:t>
            </a:r>
            <a:r>
              <a:rPr lang="en-US" sz="1200" dirty="0" err="1"/>
              <a:t>khi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thất</a:t>
            </a:r>
            <a:r>
              <a:rPr lang="en-US" sz="1200" dirty="0"/>
              <a:t> </a:t>
            </a:r>
            <a:r>
              <a:rPr lang="en-US" sz="1200" dirty="0" err="1"/>
              <a:t>thoát</a:t>
            </a:r>
            <a:r>
              <a:rPr lang="en-US" sz="1200" dirty="0"/>
              <a:t> </a:t>
            </a:r>
            <a:r>
              <a:rPr lang="en-US" sz="1200" dirty="0" err="1"/>
              <a:t>xảy</a:t>
            </a:r>
            <a:r>
              <a:rPr lang="en-US" sz="1200" dirty="0"/>
              <a:t>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mà</a:t>
            </a:r>
            <a:r>
              <a:rPr lang="en-US" sz="1200" dirty="0"/>
              <a:t> </a:t>
            </a:r>
            <a:r>
              <a:rPr lang="en-US" sz="1200" dirty="0" err="1"/>
              <a:t>không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cảnh</a:t>
            </a:r>
            <a:r>
              <a:rPr lang="en-US" sz="1200" dirty="0"/>
              <a:t> </a:t>
            </a:r>
            <a:r>
              <a:rPr lang="en-US" sz="1200" dirty="0" err="1"/>
              <a:t>báo</a:t>
            </a:r>
            <a:r>
              <a:rPr lang="en-US" sz="1200" dirty="0"/>
              <a:t> </a:t>
            </a:r>
            <a:r>
              <a:rPr lang="en-US" sz="1200" dirty="0" err="1"/>
              <a:t>sớm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592CA5-9031-CF8A-C4C1-97276769E0D1}"/>
              </a:ext>
            </a:extLst>
          </p:cNvPr>
          <p:cNvSpPr txBox="1"/>
          <p:nvPr/>
        </p:nvSpPr>
        <p:spPr>
          <a:xfrm>
            <a:off x="1026795" y="4368164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Chưa có hệ thống chấm điểm rủi ro cửa hàng hiệu quả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94E659-5707-BB62-29CD-D831DEC60393}"/>
              </a:ext>
            </a:extLst>
          </p:cNvPr>
          <p:cNvSpPr txBox="1"/>
          <p:nvPr/>
        </p:nvSpPr>
        <p:spPr>
          <a:xfrm>
            <a:off x="1054100" y="521842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/>
              <a:t>=&gt; KSTT luôn đi sau vi phạm</a:t>
            </a:r>
            <a:endParaRPr lang="en-US" sz="1200" dirty="0"/>
          </a:p>
        </p:txBody>
      </p:sp>
      <p:grpSp>
        <p:nvGrpSpPr>
          <p:cNvPr id="29" name="Google Shape;9330;p59">
            <a:extLst>
              <a:ext uri="{FF2B5EF4-FFF2-40B4-BE49-F238E27FC236}">
                <a16:creationId xmlns:a16="http://schemas.microsoft.com/office/drawing/2014/main" id="{4B0E64D0-62EB-BC98-73BB-084DC31CB6D8}"/>
              </a:ext>
            </a:extLst>
          </p:cNvPr>
          <p:cNvGrpSpPr/>
          <p:nvPr/>
        </p:nvGrpSpPr>
        <p:grpSpPr>
          <a:xfrm>
            <a:off x="557063" y="4482839"/>
            <a:ext cx="360726" cy="361204"/>
            <a:chOff x="3510335" y="2892499"/>
            <a:chExt cx="360726" cy="361204"/>
          </a:xfrm>
          <a:solidFill>
            <a:srgbClr val="C00000"/>
          </a:solidFill>
        </p:grpSpPr>
        <p:sp>
          <p:nvSpPr>
            <p:cNvPr id="30" name="Google Shape;9331;p59">
              <a:extLst>
                <a:ext uri="{FF2B5EF4-FFF2-40B4-BE49-F238E27FC236}">
                  <a16:creationId xmlns:a16="http://schemas.microsoft.com/office/drawing/2014/main" id="{7AE5F0F7-FE77-F341-CC5C-EA44DD85D0A4}"/>
                </a:ext>
              </a:extLst>
            </p:cNvPr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332;p59">
              <a:extLst>
                <a:ext uri="{FF2B5EF4-FFF2-40B4-BE49-F238E27FC236}">
                  <a16:creationId xmlns:a16="http://schemas.microsoft.com/office/drawing/2014/main" id="{4B8B198E-460C-86B6-65AF-71A2B115F4BF}"/>
                </a:ext>
              </a:extLst>
            </p:cNvPr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333;p59">
              <a:extLst>
                <a:ext uri="{FF2B5EF4-FFF2-40B4-BE49-F238E27FC236}">
                  <a16:creationId xmlns:a16="http://schemas.microsoft.com/office/drawing/2014/main" id="{5B44D4E3-46F0-969A-67CF-D122D2055422}"/>
                </a:ext>
              </a:extLst>
            </p:cNvPr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334;p59">
              <a:extLst>
                <a:ext uri="{FF2B5EF4-FFF2-40B4-BE49-F238E27FC236}">
                  <a16:creationId xmlns:a16="http://schemas.microsoft.com/office/drawing/2014/main" id="{AFD69000-5C06-B1A5-5AE8-FF517356FFE7}"/>
                </a:ext>
              </a:extLst>
            </p:cNvPr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335;p59">
              <a:extLst>
                <a:ext uri="{FF2B5EF4-FFF2-40B4-BE49-F238E27FC236}">
                  <a16:creationId xmlns:a16="http://schemas.microsoft.com/office/drawing/2014/main" id="{4F081781-2762-6CDC-73D7-8FEE85028F87}"/>
                </a:ext>
              </a:extLst>
            </p:cNvPr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raphic 915">
            <a:extLst>
              <a:ext uri="{FF2B5EF4-FFF2-40B4-BE49-F238E27FC236}">
                <a16:creationId xmlns:a16="http://schemas.microsoft.com/office/drawing/2014/main" id="{CAE394C7-A873-EE41-BB70-880C1B6305B9}"/>
              </a:ext>
            </a:extLst>
          </p:cNvPr>
          <p:cNvGrpSpPr/>
          <p:nvPr/>
        </p:nvGrpSpPr>
        <p:grpSpPr>
          <a:xfrm>
            <a:off x="588777" y="5218428"/>
            <a:ext cx="422542" cy="398737"/>
            <a:chOff x="3143072" y="3635455"/>
            <a:chExt cx="745881" cy="703860"/>
          </a:xfrm>
          <a:noFill/>
        </p:grpSpPr>
        <p:sp>
          <p:nvSpPr>
            <p:cNvPr id="39" name="Freeform 917">
              <a:extLst>
                <a:ext uri="{FF2B5EF4-FFF2-40B4-BE49-F238E27FC236}">
                  <a16:creationId xmlns:a16="http://schemas.microsoft.com/office/drawing/2014/main" id="{3D8A24D3-B5A5-BF81-6CC9-A9AAC0B8514E}"/>
                </a:ext>
              </a:extLst>
            </p:cNvPr>
            <p:cNvSpPr/>
            <p:nvPr/>
          </p:nvSpPr>
          <p:spPr>
            <a:xfrm flipV="1">
              <a:off x="3487352" y="3797157"/>
              <a:ext cx="144054" cy="199125"/>
            </a:xfrm>
            <a:custGeom>
              <a:avLst/>
              <a:gdLst>
                <a:gd name="connsiteX0" fmla="*/ 7109 w 144054"/>
                <a:gd name="connsiteY0" fmla="*/ 58433 h 199125"/>
                <a:gd name="connsiteX1" fmla="*/ 22297 w 144054"/>
                <a:gd name="connsiteY1" fmla="*/ 233 h 199125"/>
                <a:gd name="connsiteX2" fmla="*/ 144391 w 144054"/>
                <a:gd name="connsiteY2" fmla="*/ 233 h 199125"/>
                <a:gd name="connsiteX3" fmla="*/ 57904 w 144054"/>
                <a:gd name="connsiteY3" fmla="*/ 199358 h 199125"/>
                <a:gd name="connsiteX4" fmla="*/ 9875 w 144054"/>
                <a:gd name="connsiteY4" fmla="*/ 183903 h 199125"/>
                <a:gd name="connsiteX5" fmla="*/ 387 w 144054"/>
                <a:gd name="connsiteY5" fmla="*/ 120040 h 19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054" h="199125">
                  <a:moveTo>
                    <a:pt x="7109" y="58433"/>
                  </a:moveTo>
                  <a:cubicBezTo>
                    <a:pt x="11023" y="37827"/>
                    <a:pt x="16341" y="17518"/>
                    <a:pt x="22297" y="233"/>
                  </a:cubicBezTo>
                  <a:lnTo>
                    <a:pt x="144391" y="233"/>
                  </a:lnTo>
                  <a:cubicBezTo>
                    <a:pt x="142137" y="122042"/>
                    <a:pt x="96617" y="180456"/>
                    <a:pt x="57904" y="199358"/>
                  </a:cubicBezTo>
                  <a:moveTo>
                    <a:pt x="9875" y="183903"/>
                  </a:moveTo>
                  <a:cubicBezTo>
                    <a:pt x="2643" y="166703"/>
                    <a:pt x="-81" y="144265"/>
                    <a:pt x="387" y="120040"/>
                  </a:cubicBezTo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0" name="Freeform 918">
              <a:extLst>
                <a:ext uri="{FF2B5EF4-FFF2-40B4-BE49-F238E27FC236}">
                  <a16:creationId xmlns:a16="http://schemas.microsoft.com/office/drawing/2014/main" id="{44757F63-FC3F-BB63-2843-A8757B651361}"/>
                </a:ext>
              </a:extLst>
            </p:cNvPr>
            <p:cNvSpPr/>
            <p:nvPr/>
          </p:nvSpPr>
          <p:spPr>
            <a:xfrm flipV="1">
              <a:off x="3699600" y="3851527"/>
              <a:ext cx="189353" cy="190782"/>
            </a:xfrm>
            <a:custGeom>
              <a:avLst/>
              <a:gdLst>
                <a:gd name="connsiteX0" fmla="*/ 525 w 189353"/>
                <a:gd name="connsiteY0" fmla="*/ 242 h 190782"/>
                <a:gd name="connsiteX1" fmla="*/ 160354 w 189353"/>
                <a:gd name="connsiteY1" fmla="*/ 242 h 190782"/>
                <a:gd name="connsiteX2" fmla="*/ 189879 w 189353"/>
                <a:gd name="connsiteY2" fmla="*/ 29789 h 190782"/>
                <a:gd name="connsiteX3" fmla="*/ 189879 w 189353"/>
                <a:gd name="connsiteY3" fmla="*/ 161477 h 190782"/>
                <a:gd name="connsiteX4" fmla="*/ 160354 w 189353"/>
                <a:gd name="connsiteY4" fmla="*/ 191024 h 190782"/>
                <a:gd name="connsiteX5" fmla="*/ 30050 w 189353"/>
                <a:gd name="connsiteY5" fmla="*/ 191024 h 190782"/>
                <a:gd name="connsiteX6" fmla="*/ 525 w 189353"/>
                <a:gd name="connsiteY6" fmla="*/ 161477 h 190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353" h="190782">
                  <a:moveTo>
                    <a:pt x="525" y="242"/>
                  </a:moveTo>
                  <a:lnTo>
                    <a:pt x="160354" y="242"/>
                  </a:lnTo>
                  <a:cubicBezTo>
                    <a:pt x="176606" y="242"/>
                    <a:pt x="189879" y="13527"/>
                    <a:pt x="189879" y="29789"/>
                  </a:cubicBezTo>
                  <a:lnTo>
                    <a:pt x="189879" y="161477"/>
                  </a:lnTo>
                  <a:cubicBezTo>
                    <a:pt x="189879" y="177739"/>
                    <a:pt x="176606" y="191024"/>
                    <a:pt x="160354" y="191024"/>
                  </a:cubicBezTo>
                  <a:lnTo>
                    <a:pt x="30050" y="191024"/>
                  </a:lnTo>
                  <a:cubicBezTo>
                    <a:pt x="13800" y="191024"/>
                    <a:pt x="525" y="177739"/>
                    <a:pt x="525" y="161477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1" name="Freeform 919">
              <a:extLst>
                <a:ext uri="{FF2B5EF4-FFF2-40B4-BE49-F238E27FC236}">
                  <a16:creationId xmlns:a16="http://schemas.microsoft.com/office/drawing/2014/main" id="{EA2ABE30-6657-13BE-F74C-692507DC4D1C}"/>
                </a:ext>
              </a:extLst>
            </p:cNvPr>
            <p:cNvSpPr/>
            <p:nvPr/>
          </p:nvSpPr>
          <p:spPr>
            <a:xfrm flipV="1">
              <a:off x="3699600" y="3915220"/>
              <a:ext cx="189353" cy="46450"/>
            </a:xfrm>
            <a:custGeom>
              <a:avLst/>
              <a:gdLst>
                <a:gd name="connsiteX0" fmla="*/ 147 w 189353"/>
                <a:gd name="connsiteY0" fmla="*/ 9 h 46450"/>
                <a:gd name="connsiteX1" fmla="*/ 189501 w 189353"/>
                <a:gd name="connsiteY1" fmla="*/ 9 h 46450"/>
                <a:gd name="connsiteX2" fmla="*/ 189501 w 189353"/>
                <a:gd name="connsiteY2" fmla="*/ 46460 h 46450"/>
                <a:gd name="connsiteX3" fmla="*/ 147 w 189353"/>
                <a:gd name="connsiteY3" fmla="*/ 46460 h 4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353" h="46450">
                  <a:moveTo>
                    <a:pt x="147" y="9"/>
                  </a:moveTo>
                  <a:lnTo>
                    <a:pt x="189501" y="9"/>
                  </a:lnTo>
                  <a:lnTo>
                    <a:pt x="189501" y="46460"/>
                  </a:lnTo>
                  <a:lnTo>
                    <a:pt x="147" y="46460"/>
                  </a:ln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2" name="Freeform 920">
              <a:extLst>
                <a:ext uri="{FF2B5EF4-FFF2-40B4-BE49-F238E27FC236}">
                  <a16:creationId xmlns:a16="http://schemas.microsoft.com/office/drawing/2014/main" id="{3DAFC520-202E-3A5E-164E-03999D15245C}"/>
                </a:ext>
              </a:extLst>
            </p:cNvPr>
            <p:cNvSpPr/>
            <p:nvPr/>
          </p:nvSpPr>
          <p:spPr>
            <a:xfrm flipV="1">
              <a:off x="3412360" y="3635455"/>
              <a:ext cx="168464" cy="174305"/>
            </a:xfrm>
            <a:custGeom>
              <a:avLst/>
              <a:gdLst>
                <a:gd name="connsiteX0" fmla="*/ 84556 w 168464"/>
                <a:gd name="connsiteY0" fmla="*/ 174470 h 174305"/>
                <a:gd name="connsiteX1" fmla="*/ 324 w 168464"/>
                <a:gd name="connsiteY1" fmla="*/ 88339 h 174305"/>
                <a:gd name="connsiteX2" fmla="*/ 91832 w 168464"/>
                <a:gd name="connsiteY2" fmla="*/ 88339 h 174305"/>
                <a:gd name="connsiteX3" fmla="*/ 104210 w 168464"/>
                <a:gd name="connsiteY3" fmla="*/ 75012 h 174305"/>
                <a:gd name="connsiteX4" fmla="*/ 104210 w 168464"/>
                <a:gd name="connsiteY4" fmla="*/ 164 h 174305"/>
                <a:gd name="connsiteX5" fmla="*/ 168788 w 168464"/>
                <a:gd name="connsiteY5" fmla="*/ 88339 h 174305"/>
                <a:gd name="connsiteX6" fmla="*/ 84556 w 168464"/>
                <a:gd name="connsiteY6" fmla="*/ 174470 h 17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464" h="174305">
                  <a:moveTo>
                    <a:pt x="84556" y="174470"/>
                  </a:moveTo>
                  <a:cubicBezTo>
                    <a:pt x="38016" y="174470"/>
                    <a:pt x="324" y="135939"/>
                    <a:pt x="324" y="88339"/>
                  </a:cubicBezTo>
                  <a:lnTo>
                    <a:pt x="91832" y="88339"/>
                  </a:lnTo>
                  <a:cubicBezTo>
                    <a:pt x="98851" y="87701"/>
                    <a:pt x="104210" y="85571"/>
                    <a:pt x="104210" y="75012"/>
                  </a:cubicBezTo>
                  <a:lnTo>
                    <a:pt x="104210" y="164"/>
                  </a:lnTo>
                  <a:cubicBezTo>
                    <a:pt x="145306" y="9532"/>
                    <a:pt x="168788" y="45678"/>
                    <a:pt x="168788" y="88339"/>
                  </a:cubicBezTo>
                  <a:cubicBezTo>
                    <a:pt x="168788" y="135939"/>
                    <a:pt x="131098" y="174470"/>
                    <a:pt x="84556" y="174470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3" name="Freeform 921">
              <a:extLst>
                <a:ext uri="{FF2B5EF4-FFF2-40B4-BE49-F238E27FC236}">
                  <a16:creationId xmlns:a16="http://schemas.microsoft.com/office/drawing/2014/main" id="{E2904B86-0C9B-C79A-3639-20524558A2A1}"/>
                </a:ext>
              </a:extLst>
            </p:cNvPr>
            <p:cNvSpPr/>
            <p:nvPr/>
          </p:nvSpPr>
          <p:spPr>
            <a:xfrm flipV="1">
              <a:off x="3430185" y="3721586"/>
              <a:ext cx="86060" cy="91026"/>
            </a:xfrm>
            <a:custGeom>
              <a:avLst/>
              <a:gdLst>
                <a:gd name="connsiteX0" fmla="*/ 4786 w 86060"/>
                <a:gd name="connsiteY0" fmla="*/ 91202 h 91026"/>
                <a:gd name="connsiteX1" fmla="*/ 278 w 86060"/>
                <a:gd name="connsiteY1" fmla="*/ 66975 h 91026"/>
                <a:gd name="connsiteX2" fmla="*/ 66982 w 86060"/>
                <a:gd name="connsiteY2" fmla="*/ 176 h 91026"/>
                <a:gd name="connsiteX3" fmla="*/ 86338 w 86060"/>
                <a:gd name="connsiteY3" fmla="*/ 3027 h 91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60" h="91026">
                  <a:moveTo>
                    <a:pt x="4786" y="91202"/>
                  </a:moveTo>
                  <a:cubicBezTo>
                    <a:pt x="1850" y="83709"/>
                    <a:pt x="278" y="75534"/>
                    <a:pt x="278" y="66975"/>
                  </a:cubicBezTo>
                  <a:cubicBezTo>
                    <a:pt x="278" y="30106"/>
                    <a:pt x="30141" y="176"/>
                    <a:pt x="66982" y="176"/>
                  </a:cubicBezTo>
                  <a:cubicBezTo>
                    <a:pt x="73703" y="176"/>
                    <a:pt x="80213" y="1196"/>
                    <a:pt x="86338" y="3027"/>
                  </a:cubicBezTo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4" name="Freeform 922">
              <a:extLst>
                <a:ext uri="{FF2B5EF4-FFF2-40B4-BE49-F238E27FC236}">
                  <a16:creationId xmlns:a16="http://schemas.microsoft.com/office/drawing/2014/main" id="{98604A9D-3A49-A66A-AF35-3D4A175C7BA1}"/>
                </a:ext>
              </a:extLst>
            </p:cNvPr>
            <p:cNvSpPr/>
            <p:nvPr/>
          </p:nvSpPr>
          <p:spPr>
            <a:xfrm flipV="1">
              <a:off x="3359155" y="3856236"/>
              <a:ext cx="191793" cy="94109"/>
            </a:xfrm>
            <a:custGeom>
              <a:avLst/>
              <a:gdLst>
                <a:gd name="connsiteX0" fmla="*/ 141882 w 191793"/>
                <a:gd name="connsiteY0" fmla="*/ 85614 h 94109"/>
                <a:gd name="connsiteX1" fmla="*/ 93768 w 191793"/>
                <a:gd name="connsiteY1" fmla="*/ 44230 h 94109"/>
                <a:gd name="connsiteX2" fmla="*/ 56756 w 191793"/>
                <a:gd name="connsiteY2" fmla="*/ 41250 h 94109"/>
                <a:gd name="connsiteX3" fmla="*/ 19532 w 191793"/>
                <a:gd name="connsiteY3" fmla="*/ 38227 h 94109"/>
                <a:gd name="connsiteX4" fmla="*/ 16384 w 191793"/>
                <a:gd name="connsiteY4" fmla="*/ 292 h 94109"/>
                <a:gd name="connsiteX5" fmla="*/ 116401 w 191793"/>
                <a:gd name="connsiteY5" fmla="*/ 292 h 94109"/>
                <a:gd name="connsiteX6" fmla="*/ 172809 w 191793"/>
                <a:gd name="connsiteY6" fmla="*/ 36908 h 94109"/>
                <a:gd name="connsiteX7" fmla="*/ 141882 w 191793"/>
                <a:gd name="connsiteY7" fmla="*/ 85614 h 94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793" h="94109">
                  <a:moveTo>
                    <a:pt x="141882" y="85614"/>
                  </a:moveTo>
                  <a:lnTo>
                    <a:pt x="93768" y="44230"/>
                  </a:lnTo>
                  <a:lnTo>
                    <a:pt x="56756" y="41250"/>
                  </a:lnTo>
                  <a:lnTo>
                    <a:pt x="19532" y="38227"/>
                  </a:lnTo>
                  <a:cubicBezTo>
                    <a:pt x="-5865" y="36141"/>
                    <a:pt x="-5226" y="292"/>
                    <a:pt x="16384" y="292"/>
                  </a:cubicBezTo>
                  <a:lnTo>
                    <a:pt x="116401" y="292"/>
                  </a:lnTo>
                  <a:lnTo>
                    <a:pt x="172809" y="36908"/>
                  </a:lnTo>
                  <a:cubicBezTo>
                    <a:pt x="217394" y="65859"/>
                    <a:pt x="175235" y="114352"/>
                    <a:pt x="141882" y="85614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5" name="Freeform 923">
              <a:extLst>
                <a:ext uri="{FF2B5EF4-FFF2-40B4-BE49-F238E27FC236}">
                  <a16:creationId xmlns:a16="http://schemas.microsoft.com/office/drawing/2014/main" id="{C596534F-3654-75E5-E753-38AC29D3A348}"/>
                </a:ext>
              </a:extLst>
            </p:cNvPr>
            <p:cNvSpPr/>
            <p:nvPr/>
          </p:nvSpPr>
          <p:spPr>
            <a:xfrm flipV="1">
              <a:off x="3282692" y="3883294"/>
              <a:ext cx="95677" cy="67049"/>
            </a:xfrm>
            <a:custGeom>
              <a:avLst/>
              <a:gdLst>
                <a:gd name="connsiteX0" fmla="*/ 92735 w 95677"/>
                <a:gd name="connsiteY0" fmla="*/ 256 h 67049"/>
                <a:gd name="connsiteX1" fmla="*/ 206 w 95677"/>
                <a:gd name="connsiteY1" fmla="*/ 256 h 67049"/>
                <a:gd name="connsiteX2" fmla="*/ 206 w 95677"/>
                <a:gd name="connsiteY2" fmla="*/ 58839 h 67049"/>
                <a:gd name="connsiteX3" fmla="*/ 16289 w 95677"/>
                <a:gd name="connsiteY3" fmla="*/ 64503 h 67049"/>
                <a:gd name="connsiteX4" fmla="*/ 95883 w 95677"/>
                <a:gd name="connsiteY4" fmla="*/ 38190 h 67049"/>
                <a:gd name="connsiteX5" fmla="*/ 92735 w 95677"/>
                <a:gd name="connsiteY5" fmla="*/ 256 h 6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677" h="67049">
                  <a:moveTo>
                    <a:pt x="92735" y="256"/>
                  </a:moveTo>
                  <a:lnTo>
                    <a:pt x="206" y="256"/>
                  </a:lnTo>
                  <a:lnTo>
                    <a:pt x="206" y="58839"/>
                  </a:lnTo>
                  <a:cubicBezTo>
                    <a:pt x="206" y="70378"/>
                    <a:pt x="6205" y="67822"/>
                    <a:pt x="16289" y="64503"/>
                  </a:cubicBezTo>
                  <a:lnTo>
                    <a:pt x="95883" y="38190"/>
                  </a:lnTo>
                  <a:cubicBezTo>
                    <a:pt x="70486" y="36105"/>
                    <a:pt x="71124" y="256"/>
                    <a:pt x="92735" y="256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6" name="Freeform 924">
              <a:extLst>
                <a:ext uri="{FF2B5EF4-FFF2-40B4-BE49-F238E27FC236}">
                  <a16:creationId xmlns:a16="http://schemas.microsoft.com/office/drawing/2014/main" id="{AB2EC1EE-AED5-CBA8-3DEA-18A0547F6F00}"/>
                </a:ext>
              </a:extLst>
            </p:cNvPr>
            <p:cNvSpPr/>
            <p:nvPr/>
          </p:nvSpPr>
          <p:spPr>
            <a:xfrm flipV="1">
              <a:off x="3415593" y="3909386"/>
              <a:ext cx="1125" cy="40957"/>
            </a:xfrm>
            <a:custGeom>
              <a:avLst/>
              <a:gdLst>
                <a:gd name="connsiteX0" fmla="*/ 252 w 1125"/>
                <a:gd name="connsiteY0" fmla="*/ 277 h 40957"/>
                <a:gd name="connsiteX1" fmla="*/ 252 w 1125"/>
                <a:gd name="connsiteY1" fmla="*/ 41234 h 4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5" h="40957">
                  <a:moveTo>
                    <a:pt x="252" y="277"/>
                  </a:moveTo>
                  <a:lnTo>
                    <a:pt x="252" y="41234"/>
                  </a:lnTo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7" name="Freeform 925">
              <a:extLst>
                <a:ext uri="{FF2B5EF4-FFF2-40B4-BE49-F238E27FC236}">
                  <a16:creationId xmlns:a16="http://schemas.microsoft.com/office/drawing/2014/main" id="{CA3428CC-15B8-2770-A89B-2DC1DDBBDC1A}"/>
                </a:ext>
              </a:extLst>
            </p:cNvPr>
            <p:cNvSpPr/>
            <p:nvPr/>
          </p:nvSpPr>
          <p:spPr>
            <a:xfrm flipV="1">
              <a:off x="3510334" y="4042309"/>
              <a:ext cx="280986" cy="60584"/>
            </a:xfrm>
            <a:custGeom>
              <a:avLst/>
              <a:gdLst>
                <a:gd name="connsiteX0" fmla="*/ 151022 w 280986"/>
                <a:gd name="connsiteY0" fmla="*/ 397 h 60584"/>
                <a:gd name="connsiteX1" fmla="*/ 263077 w 280986"/>
                <a:gd name="connsiteY1" fmla="*/ 397 h 60584"/>
                <a:gd name="connsiteX2" fmla="*/ 281454 w 280986"/>
                <a:gd name="connsiteY2" fmla="*/ 18790 h 60584"/>
                <a:gd name="connsiteX3" fmla="*/ 281454 w 280986"/>
                <a:gd name="connsiteY3" fmla="*/ 60981 h 60584"/>
                <a:gd name="connsiteX4" fmla="*/ 112607 w 280986"/>
                <a:gd name="connsiteY4" fmla="*/ 60981 h 60584"/>
                <a:gd name="connsiteX5" fmla="*/ 468 w 280986"/>
                <a:gd name="connsiteY5" fmla="*/ 397 h 60584"/>
                <a:gd name="connsiteX6" fmla="*/ 100568 w 280986"/>
                <a:gd name="connsiteY6" fmla="*/ 397 h 6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986" h="60584">
                  <a:moveTo>
                    <a:pt x="151022" y="397"/>
                  </a:moveTo>
                  <a:lnTo>
                    <a:pt x="263077" y="397"/>
                  </a:lnTo>
                  <a:cubicBezTo>
                    <a:pt x="273159" y="397"/>
                    <a:pt x="281454" y="8657"/>
                    <a:pt x="281454" y="18790"/>
                  </a:cubicBezTo>
                  <a:lnTo>
                    <a:pt x="281454" y="60981"/>
                  </a:lnTo>
                  <a:lnTo>
                    <a:pt x="112607" y="60981"/>
                  </a:lnTo>
                  <a:moveTo>
                    <a:pt x="468" y="397"/>
                  </a:moveTo>
                  <a:lnTo>
                    <a:pt x="100568" y="397"/>
                  </a:lnTo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8" name="Freeform 926">
              <a:extLst>
                <a:ext uri="{FF2B5EF4-FFF2-40B4-BE49-F238E27FC236}">
                  <a16:creationId xmlns:a16="http://schemas.microsoft.com/office/drawing/2014/main" id="{7C90F7C8-830E-B756-159B-A49B0626AFD9}"/>
                </a:ext>
              </a:extLst>
            </p:cNvPr>
            <p:cNvSpPr/>
            <p:nvPr/>
          </p:nvSpPr>
          <p:spPr>
            <a:xfrm flipV="1">
              <a:off x="3167353" y="4239136"/>
              <a:ext cx="147884" cy="91758"/>
            </a:xfrm>
            <a:custGeom>
              <a:avLst/>
              <a:gdLst>
                <a:gd name="connsiteX0" fmla="*/ 58209 w 147884"/>
                <a:gd name="connsiteY0" fmla="*/ 2500 h 91758"/>
                <a:gd name="connsiteX1" fmla="*/ 2011 w 147884"/>
                <a:gd name="connsiteY1" fmla="*/ 92335 h 91758"/>
                <a:gd name="connsiteX2" fmla="*/ 147971 w 147884"/>
                <a:gd name="connsiteY2" fmla="*/ 58743 h 91758"/>
                <a:gd name="connsiteX3" fmla="*/ 58209 w 147884"/>
                <a:gd name="connsiteY3" fmla="*/ 2500 h 9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84" h="91758">
                  <a:moveTo>
                    <a:pt x="58209" y="2500"/>
                  </a:moveTo>
                  <a:cubicBezTo>
                    <a:pt x="17878" y="11783"/>
                    <a:pt x="-7263" y="52015"/>
                    <a:pt x="2011" y="92335"/>
                  </a:cubicBezTo>
                  <a:lnTo>
                    <a:pt x="147971" y="58743"/>
                  </a:lnTo>
                  <a:cubicBezTo>
                    <a:pt x="138698" y="18423"/>
                    <a:pt x="98495" y="-6782"/>
                    <a:pt x="58209" y="2500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49" name="Freeform 927">
              <a:extLst>
                <a:ext uri="{FF2B5EF4-FFF2-40B4-BE49-F238E27FC236}">
                  <a16:creationId xmlns:a16="http://schemas.microsoft.com/office/drawing/2014/main" id="{0F9BA9BF-63AE-E7C5-EE22-6D4458739A74}"/>
                </a:ext>
              </a:extLst>
            </p:cNvPr>
            <p:cNvSpPr/>
            <p:nvPr/>
          </p:nvSpPr>
          <p:spPr>
            <a:xfrm flipV="1">
              <a:off x="3252829" y="3950344"/>
              <a:ext cx="133666" cy="306884"/>
            </a:xfrm>
            <a:custGeom>
              <a:avLst/>
              <a:gdLst>
                <a:gd name="connsiteX0" fmla="*/ 33667 w 133666"/>
                <a:gd name="connsiteY0" fmla="*/ 221968 h 306884"/>
                <a:gd name="connsiteX1" fmla="*/ 58384 w 133666"/>
                <a:gd name="connsiteY1" fmla="*/ 307375 h 306884"/>
                <a:gd name="connsiteX2" fmla="*/ 114623 w 133666"/>
                <a:gd name="connsiteY2" fmla="*/ 307375 h 306884"/>
                <a:gd name="connsiteX3" fmla="*/ 133811 w 133666"/>
                <a:gd name="connsiteY3" fmla="*/ 490 h 306884"/>
                <a:gd name="connsiteX4" fmla="*/ 91396 w 133666"/>
                <a:gd name="connsiteY4" fmla="*/ 490 h 306884"/>
                <a:gd name="connsiteX5" fmla="*/ 145 w 133666"/>
                <a:gd name="connsiteY5" fmla="*/ 104969 h 306884"/>
                <a:gd name="connsiteX6" fmla="*/ 19161 w 133666"/>
                <a:gd name="connsiteY6" fmla="*/ 170664 h 306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666" h="306884">
                  <a:moveTo>
                    <a:pt x="33667" y="221968"/>
                  </a:moveTo>
                  <a:lnTo>
                    <a:pt x="58384" y="307375"/>
                  </a:lnTo>
                  <a:lnTo>
                    <a:pt x="114623" y="307375"/>
                  </a:lnTo>
                  <a:cubicBezTo>
                    <a:pt x="66339" y="173517"/>
                    <a:pt x="94503" y="89684"/>
                    <a:pt x="133811" y="490"/>
                  </a:cubicBezTo>
                  <a:lnTo>
                    <a:pt x="91396" y="490"/>
                  </a:lnTo>
                  <a:moveTo>
                    <a:pt x="145" y="104969"/>
                  </a:moveTo>
                  <a:lnTo>
                    <a:pt x="19161" y="170664"/>
                  </a:lnTo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50" name="Freeform 928">
              <a:extLst>
                <a:ext uri="{FF2B5EF4-FFF2-40B4-BE49-F238E27FC236}">
                  <a16:creationId xmlns:a16="http://schemas.microsoft.com/office/drawing/2014/main" id="{C459F05D-1DD8-22B4-7274-BB6CEBA1AA1E}"/>
                </a:ext>
              </a:extLst>
            </p:cNvPr>
            <p:cNvSpPr/>
            <p:nvPr/>
          </p:nvSpPr>
          <p:spPr>
            <a:xfrm flipV="1">
              <a:off x="3143072" y="4154035"/>
              <a:ext cx="200966" cy="124488"/>
            </a:xfrm>
            <a:custGeom>
              <a:avLst/>
              <a:gdLst>
                <a:gd name="connsiteX0" fmla="*/ 109267 w 200966"/>
                <a:gd name="connsiteY0" fmla="*/ 124571 h 124488"/>
                <a:gd name="connsiteX1" fmla="*/ 105 w 200966"/>
                <a:gd name="connsiteY1" fmla="*/ 46019 h 124488"/>
                <a:gd name="connsiteX2" fmla="*/ 195115 w 200966"/>
                <a:gd name="connsiteY2" fmla="*/ 1145 h 124488"/>
                <a:gd name="connsiteX3" fmla="*/ 198816 w 200966"/>
                <a:gd name="connsiteY3" fmla="*/ 1784 h 124488"/>
                <a:gd name="connsiteX4" fmla="*/ 201072 w 200966"/>
                <a:gd name="connsiteY4" fmla="*/ 21923 h 124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966" h="124488">
                  <a:moveTo>
                    <a:pt x="109267" y="124571"/>
                  </a:moveTo>
                  <a:cubicBezTo>
                    <a:pt x="59024" y="129596"/>
                    <a:pt x="11718" y="96556"/>
                    <a:pt x="105" y="46019"/>
                  </a:cubicBezTo>
                  <a:lnTo>
                    <a:pt x="195115" y="1145"/>
                  </a:lnTo>
                  <a:cubicBezTo>
                    <a:pt x="197158" y="677"/>
                    <a:pt x="198391" y="-89"/>
                    <a:pt x="198816" y="1784"/>
                  </a:cubicBezTo>
                  <a:cubicBezTo>
                    <a:pt x="200263" y="8511"/>
                    <a:pt x="200986" y="15237"/>
                    <a:pt x="201072" y="21923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51" name="Freeform 929">
              <a:extLst>
                <a:ext uri="{FF2B5EF4-FFF2-40B4-BE49-F238E27FC236}">
                  <a16:creationId xmlns:a16="http://schemas.microsoft.com/office/drawing/2014/main" id="{EF9530F8-6BFE-2340-C39D-CD6E17222984}"/>
                </a:ext>
              </a:extLst>
            </p:cNvPr>
            <p:cNvSpPr/>
            <p:nvPr/>
          </p:nvSpPr>
          <p:spPr>
            <a:xfrm flipV="1">
              <a:off x="3386495" y="4102894"/>
              <a:ext cx="407554" cy="154336"/>
            </a:xfrm>
            <a:custGeom>
              <a:avLst/>
              <a:gdLst>
                <a:gd name="connsiteX0" fmla="*/ 185962 w 407554"/>
                <a:gd name="connsiteY0" fmla="*/ 461 h 154336"/>
                <a:gd name="connsiteX1" fmla="*/ 395 w 407554"/>
                <a:gd name="connsiteY1" fmla="*/ 503 h 154336"/>
                <a:gd name="connsiteX2" fmla="*/ 386845 w 407554"/>
                <a:gd name="connsiteY2" fmla="*/ 154797 h 154336"/>
                <a:gd name="connsiteX3" fmla="*/ 403946 w 407554"/>
                <a:gd name="connsiteY3" fmla="*/ 34095 h 15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554" h="154336">
                  <a:moveTo>
                    <a:pt x="185962" y="461"/>
                  </a:moveTo>
                  <a:lnTo>
                    <a:pt x="395" y="503"/>
                  </a:lnTo>
                  <a:moveTo>
                    <a:pt x="386845" y="154797"/>
                  </a:moveTo>
                  <a:cubicBezTo>
                    <a:pt x="402243" y="127975"/>
                    <a:pt x="414623" y="95745"/>
                    <a:pt x="403946" y="34095"/>
                  </a:cubicBezTo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52" name="Freeform 930">
              <a:extLst>
                <a:ext uri="{FF2B5EF4-FFF2-40B4-BE49-F238E27FC236}">
                  <a16:creationId xmlns:a16="http://schemas.microsoft.com/office/drawing/2014/main" id="{F2B52677-44D6-ED6F-0405-5FA0E0E6510B}"/>
                </a:ext>
              </a:extLst>
            </p:cNvPr>
            <p:cNvSpPr/>
            <p:nvPr/>
          </p:nvSpPr>
          <p:spPr>
            <a:xfrm flipV="1">
              <a:off x="3572060" y="4144107"/>
              <a:ext cx="222880" cy="113144"/>
            </a:xfrm>
            <a:custGeom>
              <a:avLst/>
              <a:gdLst>
                <a:gd name="connsiteX0" fmla="*/ 111949 w 222880"/>
                <a:gd name="connsiteY0" fmla="*/ 113713 h 113144"/>
                <a:gd name="connsiteX1" fmla="*/ 490 w 222880"/>
                <a:gd name="connsiteY1" fmla="*/ 589 h 113144"/>
                <a:gd name="connsiteX2" fmla="*/ 216858 w 222880"/>
                <a:gd name="connsiteY2" fmla="*/ 589 h 113144"/>
                <a:gd name="connsiteX3" fmla="*/ 223366 w 222880"/>
                <a:gd name="connsiteY3" fmla="*/ 4165 h 113144"/>
                <a:gd name="connsiteX4" fmla="*/ 111949 w 222880"/>
                <a:gd name="connsiteY4" fmla="*/ 113713 h 113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880" h="113144">
                  <a:moveTo>
                    <a:pt x="111949" y="113713"/>
                  </a:moveTo>
                  <a:cubicBezTo>
                    <a:pt x="50391" y="113713"/>
                    <a:pt x="490" y="63558"/>
                    <a:pt x="490" y="589"/>
                  </a:cubicBezTo>
                  <a:lnTo>
                    <a:pt x="216858" y="589"/>
                  </a:lnTo>
                  <a:cubicBezTo>
                    <a:pt x="220686" y="589"/>
                    <a:pt x="223494" y="77"/>
                    <a:pt x="223366" y="4165"/>
                  </a:cubicBezTo>
                  <a:cubicBezTo>
                    <a:pt x="221537" y="65431"/>
                    <a:pt x="172358" y="113713"/>
                    <a:pt x="111949" y="113713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53" name="Freeform 931">
              <a:extLst>
                <a:ext uri="{FF2B5EF4-FFF2-40B4-BE49-F238E27FC236}">
                  <a16:creationId xmlns:a16="http://schemas.microsoft.com/office/drawing/2014/main" id="{148C4AFD-5AD8-CB1C-D59E-B47AFDB25178}"/>
                </a:ext>
              </a:extLst>
            </p:cNvPr>
            <p:cNvSpPr/>
            <p:nvPr/>
          </p:nvSpPr>
          <p:spPr>
            <a:xfrm flipV="1">
              <a:off x="3600096" y="4257230"/>
              <a:ext cx="169655" cy="82086"/>
            </a:xfrm>
            <a:custGeom>
              <a:avLst/>
              <a:gdLst>
                <a:gd name="connsiteX0" fmla="*/ 435 w 169655"/>
                <a:gd name="connsiteY0" fmla="*/ 82731 h 82086"/>
                <a:gd name="connsiteX1" fmla="*/ 85261 w 169655"/>
                <a:gd name="connsiteY1" fmla="*/ 645 h 82086"/>
                <a:gd name="connsiteX2" fmla="*/ 170091 w 169655"/>
                <a:gd name="connsiteY2" fmla="*/ 82731 h 82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9655" h="82086">
                  <a:moveTo>
                    <a:pt x="435" y="82731"/>
                  </a:moveTo>
                  <a:cubicBezTo>
                    <a:pt x="2859" y="37004"/>
                    <a:pt x="39914" y="645"/>
                    <a:pt x="85261" y="645"/>
                  </a:cubicBezTo>
                  <a:cubicBezTo>
                    <a:pt x="130612" y="645"/>
                    <a:pt x="167666" y="37004"/>
                    <a:pt x="170091" y="82731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54" name="Freeform 932">
              <a:extLst>
                <a:ext uri="{FF2B5EF4-FFF2-40B4-BE49-F238E27FC236}">
                  <a16:creationId xmlns:a16="http://schemas.microsoft.com/office/drawing/2014/main" id="{320353A0-CE33-86DE-1F85-D1FD415307AA}"/>
                </a:ext>
              </a:extLst>
            </p:cNvPr>
            <p:cNvSpPr/>
            <p:nvPr/>
          </p:nvSpPr>
          <p:spPr>
            <a:xfrm flipV="1">
              <a:off x="3365521" y="4206012"/>
              <a:ext cx="41775" cy="1125"/>
            </a:xfrm>
            <a:custGeom>
              <a:avLst/>
              <a:gdLst>
                <a:gd name="connsiteX0" fmla="*/ 42016 w 41775"/>
                <a:gd name="connsiteY0" fmla="*/ 536 h 1125"/>
                <a:gd name="connsiteX1" fmla="*/ 240 w 41775"/>
                <a:gd name="connsiteY1" fmla="*/ 536 h 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775" h="1125">
                  <a:moveTo>
                    <a:pt x="42016" y="536"/>
                  </a:moveTo>
                  <a:lnTo>
                    <a:pt x="240" y="536"/>
                  </a:lnTo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55" name="Freeform 933">
              <a:extLst>
                <a:ext uri="{FF2B5EF4-FFF2-40B4-BE49-F238E27FC236}">
                  <a16:creationId xmlns:a16="http://schemas.microsoft.com/office/drawing/2014/main" id="{E0A63C21-E9AB-A9BB-6508-1C84F68B2BA6}"/>
                </a:ext>
              </a:extLst>
            </p:cNvPr>
            <p:cNvSpPr/>
            <p:nvPr/>
          </p:nvSpPr>
          <p:spPr>
            <a:xfrm flipV="1">
              <a:off x="3446605" y="3996284"/>
              <a:ext cx="185004" cy="160340"/>
            </a:xfrm>
            <a:custGeom>
              <a:avLst/>
              <a:gdLst>
                <a:gd name="connsiteX0" fmla="*/ 300 w 185004"/>
                <a:gd name="connsiteY0" fmla="*/ 367 h 160340"/>
                <a:gd name="connsiteX1" fmla="*/ 300 w 185004"/>
                <a:gd name="connsiteY1" fmla="*/ 69893 h 160340"/>
                <a:gd name="connsiteX2" fmla="*/ 63007 w 185004"/>
                <a:gd name="connsiteY2" fmla="*/ 160708 h 160340"/>
                <a:gd name="connsiteX3" fmla="*/ 185100 w 185004"/>
                <a:gd name="connsiteY3" fmla="*/ 160708 h 160340"/>
                <a:gd name="connsiteX4" fmla="*/ 124735 w 185004"/>
                <a:gd name="connsiteY4" fmla="*/ 94161 h 160340"/>
                <a:gd name="connsiteX5" fmla="*/ 84321 w 185004"/>
                <a:gd name="connsiteY5" fmla="*/ 94119 h 160340"/>
                <a:gd name="connsiteX6" fmla="*/ 64027 w 185004"/>
                <a:gd name="connsiteY6" fmla="*/ 54098 h 160340"/>
                <a:gd name="connsiteX7" fmla="*/ 64027 w 185004"/>
                <a:gd name="connsiteY7" fmla="*/ 367 h 16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004" h="160340">
                  <a:moveTo>
                    <a:pt x="300" y="367"/>
                  </a:moveTo>
                  <a:lnTo>
                    <a:pt x="300" y="69893"/>
                  </a:lnTo>
                  <a:cubicBezTo>
                    <a:pt x="300" y="136226"/>
                    <a:pt x="34887" y="157642"/>
                    <a:pt x="63007" y="160708"/>
                  </a:cubicBezTo>
                  <a:lnTo>
                    <a:pt x="185100" y="160708"/>
                  </a:lnTo>
                  <a:cubicBezTo>
                    <a:pt x="187442" y="114682"/>
                    <a:pt x="169787" y="94203"/>
                    <a:pt x="124735" y="94161"/>
                  </a:cubicBezTo>
                  <a:lnTo>
                    <a:pt x="84321" y="94119"/>
                  </a:lnTo>
                  <a:cubicBezTo>
                    <a:pt x="64027" y="94119"/>
                    <a:pt x="64027" y="80622"/>
                    <a:pt x="64027" y="54098"/>
                  </a:cubicBezTo>
                  <a:lnTo>
                    <a:pt x="64027" y="367"/>
                  </a:lnTo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  <p:sp>
          <p:nvSpPr>
            <p:cNvPr id="56" name="Freeform 934">
              <a:extLst>
                <a:ext uri="{FF2B5EF4-FFF2-40B4-BE49-F238E27FC236}">
                  <a16:creationId xmlns:a16="http://schemas.microsoft.com/office/drawing/2014/main" id="{26B97279-1394-AA8A-EE73-F9E44BA75431}"/>
                </a:ext>
              </a:extLst>
            </p:cNvPr>
            <p:cNvSpPr/>
            <p:nvPr/>
          </p:nvSpPr>
          <p:spPr>
            <a:xfrm flipV="1">
              <a:off x="3407199" y="4156624"/>
              <a:ext cx="103132" cy="49387"/>
            </a:xfrm>
            <a:custGeom>
              <a:avLst/>
              <a:gdLst>
                <a:gd name="connsiteX0" fmla="*/ 353 w 103132"/>
                <a:gd name="connsiteY0" fmla="*/ 497 h 49387"/>
                <a:gd name="connsiteX1" fmla="*/ 39662 w 103132"/>
                <a:gd name="connsiteY1" fmla="*/ 49884 h 49387"/>
                <a:gd name="connsiteX2" fmla="*/ 103389 w 103132"/>
                <a:gd name="connsiteY2" fmla="*/ 49884 h 49387"/>
                <a:gd name="connsiteX3" fmla="*/ 103389 w 103132"/>
                <a:gd name="connsiteY3" fmla="*/ 9736 h 49387"/>
                <a:gd name="connsiteX4" fmla="*/ 91818 w 103132"/>
                <a:gd name="connsiteY4" fmla="*/ 497 h 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32" h="49387">
                  <a:moveTo>
                    <a:pt x="353" y="497"/>
                  </a:moveTo>
                  <a:cubicBezTo>
                    <a:pt x="-1476" y="40773"/>
                    <a:pt x="22900" y="49884"/>
                    <a:pt x="39662" y="49884"/>
                  </a:cubicBezTo>
                  <a:lnTo>
                    <a:pt x="103389" y="49884"/>
                  </a:lnTo>
                  <a:lnTo>
                    <a:pt x="103389" y="9736"/>
                  </a:lnTo>
                  <a:cubicBezTo>
                    <a:pt x="103389" y="1137"/>
                    <a:pt x="98709" y="497"/>
                    <a:pt x="91818" y="497"/>
                  </a:cubicBezTo>
                  <a:close/>
                </a:path>
              </a:pathLst>
            </a:custGeom>
            <a:noFill/>
            <a:ln w="15875" cap="rnd">
              <a:solidFill>
                <a:srgbClr val="C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VN"/>
            </a:p>
          </p:txBody>
        </p:sp>
      </p:grpSp>
      <p:grpSp>
        <p:nvGrpSpPr>
          <p:cNvPr id="57" name="Google Shape;9607;p60">
            <a:extLst>
              <a:ext uri="{FF2B5EF4-FFF2-40B4-BE49-F238E27FC236}">
                <a16:creationId xmlns:a16="http://schemas.microsoft.com/office/drawing/2014/main" id="{3B43DFBE-1CEF-EE31-ABCB-13CFF20FF49A}"/>
              </a:ext>
            </a:extLst>
          </p:cNvPr>
          <p:cNvGrpSpPr/>
          <p:nvPr/>
        </p:nvGrpSpPr>
        <p:grpSpPr>
          <a:xfrm>
            <a:off x="1504443" y="2496133"/>
            <a:ext cx="547551" cy="784999"/>
            <a:chOff x="5377363" y="1516169"/>
            <a:chExt cx="257357" cy="356627"/>
          </a:xfrm>
          <a:solidFill>
            <a:srgbClr val="C00000"/>
          </a:solidFill>
        </p:grpSpPr>
        <p:sp>
          <p:nvSpPr>
            <p:cNvPr id="58" name="Google Shape;9608;p60">
              <a:extLst>
                <a:ext uri="{FF2B5EF4-FFF2-40B4-BE49-F238E27FC236}">
                  <a16:creationId xmlns:a16="http://schemas.microsoft.com/office/drawing/2014/main" id="{4A97B985-BE0E-811F-8EB7-4FD1BF0F490B}"/>
                </a:ext>
              </a:extLst>
            </p:cNvPr>
            <p:cNvSpPr/>
            <p:nvPr/>
          </p:nvSpPr>
          <p:spPr>
            <a:xfrm>
              <a:off x="5377363" y="1516169"/>
              <a:ext cx="257357" cy="356627"/>
            </a:xfrm>
            <a:custGeom>
              <a:avLst/>
              <a:gdLst/>
              <a:ahLst/>
              <a:cxnLst/>
              <a:rect l="l" t="t" r="r" b="b"/>
              <a:pathLst>
                <a:path w="8086" h="11205" extrusionOk="0">
                  <a:moveTo>
                    <a:pt x="4073" y="334"/>
                  </a:moveTo>
                  <a:cubicBezTo>
                    <a:pt x="4263" y="334"/>
                    <a:pt x="4430" y="441"/>
                    <a:pt x="4525" y="608"/>
                  </a:cubicBezTo>
                  <a:cubicBezTo>
                    <a:pt x="4561" y="656"/>
                    <a:pt x="4620" y="679"/>
                    <a:pt x="4680" y="679"/>
                  </a:cubicBezTo>
                  <a:lnTo>
                    <a:pt x="5299" y="679"/>
                  </a:lnTo>
                  <a:cubicBezTo>
                    <a:pt x="5406" y="679"/>
                    <a:pt x="5490" y="775"/>
                    <a:pt x="5490" y="870"/>
                  </a:cubicBezTo>
                  <a:lnTo>
                    <a:pt x="5490" y="1406"/>
                  </a:lnTo>
                  <a:lnTo>
                    <a:pt x="2668" y="1406"/>
                  </a:lnTo>
                  <a:lnTo>
                    <a:pt x="2668" y="870"/>
                  </a:lnTo>
                  <a:lnTo>
                    <a:pt x="2644" y="870"/>
                  </a:lnTo>
                  <a:cubicBezTo>
                    <a:pt x="2644" y="775"/>
                    <a:pt x="2727" y="679"/>
                    <a:pt x="2835" y="679"/>
                  </a:cubicBezTo>
                  <a:lnTo>
                    <a:pt x="3454" y="679"/>
                  </a:lnTo>
                  <a:cubicBezTo>
                    <a:pt x="3513" y="679"/>
                    <a:pt x="3573" y="656"/>
                    <a:pt x="3608" y="608"/>
                  </a:cubicBezTo>
                  <a:cubicBezTo>
                    <a:pt x="3716" y="441"/>
                    <a:pt x="3870" y="334"/>
                    <a:pt x="4073" y="334"/>
                  </a:cubicBezTo>
                  <a:close/>
                  <a:moveTo>
                    <a:pt x="7395" y="1037"/>
                  </a:moveTo>
                  <a:cubicBezTo>
                    <a:pt x="7597" y="1037"/>
                    <a:pt x="7764" y="1203"/>
                    <a:pt x="7764" y="1394"/>
                  </a:cubicBezTo>
                  <a:lnTo>
                    <a:pt x="7764" y="10514"/>
                  </a:lnTo>
                  <a:cubicBezTo>
                    <a:pt x="7764" y="10716"/>
                    <a:pt x="7597" y="10871"/>
                    <a:pt x="7395" y="10871"/>
                  </a:cubicBezTo>
                  <a:lnTo>
                    <a:pt x="727" y="10871"/>
                  </a:lnTo>
                  <a:cubicBezTo>
                    <a:pt x="537" y="10871"/>
                    <a:pt x="370" y="10704"/>
                    <a:pt x="370" y="10514"/>
                  </a:cubicBezTo>
                  <a:lnTo>
                    <a:pt x="370" y="1394"/>
                  </a:lnTo>
                  <a:cubicBezTo>
                    <a:pt x="370" y="1203"/>
                    <a:pt x="537" y="1037"/>
                    <a:pt x="727" y="1037"/>
                  </a:cubicBezTo>
                  <a:lnTo>
                    <a:pt x="2323" y="1037"/>
                  </a:lnTo>
                  <a:lnTo>
                    <a:pt x="2323" y="1572"/>
                  </a:lnTo>
                  <a:cubicBezTo>
                    <a:pt x="2323" y="1668"/>
                    <a:pt x="2406" y="1739"/>
                    <a:pt x="2489" y="1739"/>
                  </a:cubicBezTo>
                  <a:lnTo>
                    <a:pt x="5644" y="1739"/>
                  </a:lnTo>
                  <a:cubicBezTo>
                    <a:pt x="5728" y="1739"/>
                    <a:pt x="5811" y="1668"/>
                    <a:pt x="5811" y="1572"/>
                  </a:cubicBezTo>
                  <a:lnTo>
                    <a:pt x="5811" y="1037"/>
                  </a:lnTo>
                  <a:close/>
                  <a:moveTo>
                    <a:pt x="4037" y="1"/>
                  </a:moveTo>
                  <a:cubicBezTo>
                    <a:pt x="3751" y="1"/>
                    <a:pt x="3501" y="132"/>
                    <a:pt x="3335" y="358"/>
                  </a:cubicBezTo>
                  <a:lnTo>
                    <a:pt x="2799" y="358"/>
                  </a:lnTo>
                  <a:cubicBezTo>
                    <a:pt x="2585" y="358"/>
                    <a:pt x="2382" y="501"/>
                    <a:pt x="2311" y="715"/>
                  </a:cubicBezTo>
                  <a:lnTo>
                    <a:pt x="691" y="715"/>
                  </a:lnTo>
                  <a:cubicBezTo>
                    <a:pt x="299" y="715"/>
                    <a:pt x="1" y="1025"/>
                    <a:pt x="1" y="1394"/>
                  </a:cubicBezTo>
                  <a:lnTo>
                    <a:pt x="1" y="10514"/>
                  </a:lnTo>
                  <a:cubicBezTo>
                    <a:pt x="1" y="10907"/>
                    <a:pt x="322" y="11204"/>
                    <a:pt x="691" y="11204"/>
                  </a:cubicBezTo>
                  <a:lnTo>
                    <a:pt x="7359" y="11204"/>
                  </a:lnTo>
                  <a:cubicBezTo>
                    <a:pt x="7740" y="11204"/>
                    <a:pt x="8038" y="10895"/>
                    <a:pt x="8038" y="10514"/>
                  </a:cubicBezTo>
                  <a:lnTo>
                    <a:pt x="8038" y="1394"/>
                  </a:lnTo>
                  <a:cubicBezTo>
                    <a:pt x="8085" y="1025"/>
                    <a:pt x="7776" y="715"/>
                    <a:pt x="7383" y="715"/>
                  </a:cubicBezTo>
                  <a:lnTo>
                    <a:pt x="5763" y="715"/>
                  </a:lnTo>
                  <a:cubicBezTo>
                    <a:pt x="5692" y="501"/>
                    <a:pt x="5490" y="358"/>
                    <a:pt x="5275" y="358"/>
                  </a:cubicBezTo>
                  <a:lnTo>
                    <a:pt x="4740" y="358"/>
                  </a:lnTo>
                  <a:cubicBezTo>
                    <a:pt x="4573" y="132"/>
                    <a:pt x="4323" y="1"/>
                    <a:pt x="40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609;p60">
              <a:extLst>
                <a:ext uri="{FF2B5EF4-FFF2-40B4-BE49-F238E27FC236}">
                  <a16:creationId xmlns:a16="http://schemas.microsoft.com/office/drawing/2014/main" id="{22515E3B-FFAB-DC16-70CB-DE365B16DFBD}"/>
                </a:ext>
              </a:extLst>
            </p:cNvPr>
            <p:cNvSpPr/>
            <p:nvPr/>
          </p:nvSpPr>
          <p:spPr>
            <a:xfrm>
              <a:off x="5501681" y="1538925"/>
              <a:ext cx="10248" cy="10248"/>
            </a:xfrm>
            <a:custGeom>
              <a:avLst/>
              <a:gdLst/>
              <a:ahLst/>
              <a:cxnLst/>
              <a:rect l="l" t="t" r="r" b="b"/>
              <a:pathLst>
                <a:path w="322" h="322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cubicBezTo>
                    <a:pt x="250" y="322"/>
                    <a:pt x="322" y="250"/>
                    <a:pt x="322" y="155"/>
                  </a:cubicBezTo>
                  <a:cubicBezTo>
                    <a:pt x="322" y="71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610;p60">
              <a:extLst>
                <a:ext uri="{FF2B5EF4-FFF2-40B4-BE49-F238E27FC236}">
                  <a16:creationId xmlns:a16="http://schemas.microsoft.com/office/drawing/2014/main" id="{7CBFA0BA-EC44-B8E5-89AB-33F0DD555F19}"/>
                </a:ext>
              </a:extLst>
            </p:cNvPr>
            <p:cNvSpPr/>
            <p:nvPr/>
          </p:nvSpPr>
          <p:spPr>
            <a:xfrm>
              <a:off x="5401233" y="1560886"/>
              <a:ext cx="211112" cy="278554"/>
            </a:xfrm>
            <a:custGeom>
              <a:avLst/>
              <a:gdLst/>
              <a:ahLst/>
              <a:cxnLst/>
              <a:rect l="l" t="t" r="r" b="b"/>
              <a:pathLst>
                <a:path w="6633" h="8752" extrusionOk="0">
                  <a:moveTo>
                    <a:pt x="156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8597"/>
                  </a:lnTo>
                  <a:cubicBezTo>
                    <a:pt x="1" y="8680"/>
                    <a:pt x="72" y="8752"/>
                    <a:pt x="156" y="8752"/>
                  </a:cubicBezTo>
                  <a:lnTo>
                    <a:pt x="6466" y="8752"/>
                  </a:lnTo>
                  <a:cubicBezTo>
                    <a:pt x="6561" y="8752"/>
                    <a:pt x="6633" y="8680"/>
                    <a:pt x="6633" y="8597"/>
                  </a:cubicBezTo>
                  <a:lnTo>
                    <a:pt x="6633" y="167"/>
                  </a:lnTo>
                  <a:cubicBezTo>
                    <a:pt x="6633" y="84"/>
                    <a:pt x="6561" y="1"/>
                    <a:pt x="6478" y="1"/>
                  </a:cubicBezTo>
                  <a:lnTo>
                    <a:pt x="5597" y="1"/>
                  </a:lnTo>
                  <a:cubicBezTo>
                    <a:pt x="5502" y="1"/>
                    <a:pt x="5430" y="84"/>
                    <a:pt x="5430" y="167"/>
                  </a:cubicBezTo>
                  <a:cubicBezTo>
                    <a:pt x="5430" y="263"/>
                    <a:pt x="5502" y="334"/>
                    <a:pt x="5597" y="334"/>
                  </a:cubicBezTo>
                  <a:lnTo>
                    <a:pt x="6311" y="334"/>
                  </a:lnTo>
                  <a:lnTo>
                    <a:pt x="6311" y="8430"/>
                  </a:lnTo>
                  <a:lnTo>
                    <a:pt x="322" y="8430"/>
                  </a:lnTo>
                  <a:lnTo>
                    <a:pt x="322" y="334"/>
                  </a:lnTo>
                  <a:lnTo>
                    <a:pt x="1037" y="334"/>
                  </a:lnTo>
                  <a:cubicBezTo>
                    <a:pt x="1132" y="334"/>
                    <a:pt x="1203" y="263"/>
                    <a:pt x="1203" y="167"/>
                  </a:cubicBezTo>
                  <a:cubicBezTo>
                    <a:pt x="1203" y="84"/>
                    <a:pt x="1132" y="1"/>
                    <a:pt x="10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611;p60">
              <a:extLst>
                <a:ext uri="{FF2B5EF4-FFF2-40B4-BE49-F238E27FC236}">
                  <a16:creationId xmlns:a16="http://schemas.microsoft.com/office/drawing/2014/main" id="{0F2F4113-240F-F672-029D-38520EBE6C60}"/>
                </a:ext>
              </a:extLst>
            </p:cNvPr>
            <p:cNvSpPr/>
            <p:nvPr/>
          </p:nvSpPr>
          <p:spPr>
            <a:xfrm>
              <a:off x="5434207" y="1672664"/>
              <a:ext cx="33387" cy="33387"/>
            </a:xfrm>
            <a:custGeom>
              <a:avLst/>
              <a:gdLst/>
              <a:ahLst/>
              <a:cxnLst/>
              <a:rect l="l" t="t" r="r" b="b"/>
              <a:pathLst>
                <a:path w="1049" h="1049" extrusionOk="0">
                  <a:moveTo>
                    <a:pt x="525" y="311"/>
                  </a:moveTo>
                  <a:cubicBezTo>
                    <a:pt x="632" y="311"/>
                    <a:pt x="715" y="406"/>
                    <a:pt x="715" y="513"/>
                  </a:cubicBezTo>
                  <a:cubicBezTo>
                    <a:pt x="703" y="608"/>
                    <a:pt x="632" y="703"/>
                    <a:pt x="525" y="703"/>
                  </a:cubicBezTo>
                  <a:cubicBezTo>
                    <a:pt x="418" y="703"/>
                    <a:pt x="334" y="608"/>
                    <a:pt x="334" y="513"/>
                  </a:cubicBezTo>
                  <a:cubicBezTo>
                    <a:pt x="334" y="406"/>
                    <a:pt x="418" y="311"/>
                    <a:pt x="525" y="311"/>
                  </a:cubicBezTo>
                  <a:close/>
                  <a:moveTo>
                    <a:pt x="525" y="1"/>
                  </a:moveTo>
                  <a:cubicBezTo>
                    <a:pt x="239" y="1"/>
                    <a:pt x="1" y="239"/>
                    <a:pt x="1" y="525"/>
                  </a:cubicBezTo>
                  <a:cubicBezTo>
                    <a:pt x="1" y="811"/>
                    <a:pt x="239" y="1049"/>
                    <a:pt x="525" y="1049"/>
                  </a:cubicBezTo>
                  <a:cubicBezTo>
                    <a:pt x="810" y="1049"/>
                    <a:pt x="1049" y="811"/>
                    <a:pt x="1049" y="525"/>
                  </a:cubicBezTo>
                  <a:cubicBezTo>
                    <a:pt x="1049" y="239"/>
                    <a:pt x="810" y="1"/>
                    <a:pt x="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612;p60">
              <a:extLst>
                <a:ext uri="{FF2B5EF4-FFF2-40B4-BE49-F238E27FC236}">
                  <a16:creationId xmlns:a16="http://schemas.microsoft.com/office/drawing/2014/main" id="{C371160E-0A60-E0C4-6E50-92965C14CB09}"/>
                </a:ext>
              </a:extLst>
            </p:cNvPr>
            <p:cNvSpPr/>
            <p:nvPr/>
          </p:nvSpPr>
          <p:spPr>
            <a:xfrm>
              <a:off x="5434207" y="1723079"/>
              <a:ext cx="33387" cy="33005"/>
            </a:xfrm>
            <a:custGeom>
              <a:avLst/>
              <a:gdLst/>
              <a:ahLst/>
              <a:cxnLst/>
              <a:rect l="l" t="t" r="r" b="b"/>
              <a:pathLst>
                <a:path w="1049" h="1037" extrusionOk="0">
                  <a:moveTo>
                    <a:pt x="525" y="310"/>
                  </a:moveTo>
                  <a:cubicBezTo>
                    <a:pt x="632" y="310"/>
                    <a:pt x="715" y="405"/>
                    <a:pt x="715" y="501"/>
                  </a:cubicBezTo>
                  <a:cubicBezTo>
                    <a:pt x="703" y="608"/>
                    <a:pt x="632" y="703"/>
                    <a:pt x="525" y="703"/>
                  </a:cubicBezTo>
                  <a:cubicBezTo>
                    <a:pt x="418" y="703"/>
                    <a:pt x="334" y="608"/>
                    <a:pt x="334" y="501"/>
                  </a:cubicBezTo>
                  <a:cubicBezTo>
                    <a:pt x="334" y="405"/>
                    <a:pt x="418" y="310"/>
                    <a:pt x="525" y="310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9"/>
                    <a:pt x="1" y="512"/>
                  </a:cubicBezTo>
                  <a:cubicBezTo>
                    <a:pt x="1" y="798"/>
                    <a:pt x="239" y="1036"/>
                    <a:pt x="525" y="1036"/>
                  </a:cubicBezTo>
                  <a:cubicBezTo>
                    <a:pt x="810" y="1036"/>
                    <a:pt x="1049" y="798"/>
                    <a:pt x="1049" y="512"/>
                  </a:cubicBezTo>
                  <a:cubicBezTo>
                    <a:pt x="1049" y="239"/>
                    <a:pt x="810" y="0"/>
                    <a:pt x="5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613;p60">
              <a:extLst>
                <a:ext uri="{FF2B5EF4-FFF2-40B4-BE49-F238E27FC236}">
                  <a16:creationId xmlns:a16="http://schemas.microsoft.com/office/drawing/2014/main" id="{8CF6C027-08C5-A9ED-9F5D-A62143A1CE85}"/>
                </a:ext>
              </a:extLst>
            </p:cNvPr>
            <p:cNvSpPr/>
            <p:nvPr/>
          </p:nvSpPr>
          <p:spPr>
            <a:xfrm>
              <a:off x="5434207" y="1773112"/>
              <a:ext cx="33387" cy="33355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5" y="310"/>
                  </a:moveTo>
                  <a:cubicBezTo>
                    <a:pt x="632" y="310"/>
                    <a:pt x="715" y="405"/>
                    <a:pt x="715" y="512"/>
                  </a:cubicBezTo>
                  <a:cubicBezTo>
                    <a:pt x="703" y="619"/>
                    <a:pt x="632" y="703"/>
                    <a:pt x="525" y="703"/>
                  </a:cubicBezTo>
                  <a:cubicBezTo>
                    <a:pt x="418" y="703"/>
                    <a:pt x="334" y="607"/>
                    <a:pt x="334" y="512"/>
                  </a:cubicBezTo>
                  <a:cubicBezTo>
                    <a:pt x="334" y="405"/>
                    <a:pt x="418" y="310"/>
                    <a:pt x="525" y="310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810"/>
                    <a:pt x="239" y="1048"/>
                    <a:pt x="525" y="1048"/>
                  </a:cubicBezTo>
                  <a:cubicBezTo>
                    <a:pt x="810" y="1048"/>
                    <a:pt x="1049" y="810"/>
                    <a:pt x="1049" y="524"/>
                  </a:cubicBezTo>
                  <a:cubicBezTo>
                    <a:pt x="1025" y="226"/>
                    <a:pt x="810" y="0"/>
                    <a:pt x="5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614;p60">
              <a:extLst>
                <a:ext uri="{FF2B5EF4-FFF2-40B4-BE49-F238E27FC236}">
                  <a16:creationId xmlns:a16="http://schemas.microsoft.com/office/drawing/2014/main" id="{A60D2898-9D07-A48C-6BE8-18D9C009B9C0}"/>
                </a:ext>
              </a:extLst>
            </p:cNvPr>
            <p:cNvSpPr/>
            <p:nvPr/>
          </p:nvSpPr>
          <p:spPr>
            <a:xfrm>
              <a:off x="5478924" y="1672664"/>
              <a:ext cx="60663" cy="10662"/>
            </a:xfrm>
            <a:custGeom>
              <a:avLst/>
              <a:gdLst/>
              <a:ahLst/>
              <a:cxnLst/>
              <a:rect l="l" t="t" r="r" b="b"/>
              <a:pathLst>
                <a:path w="1906" h="335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67" y="334"/>
                  </a:cubicBezTo>
                  <a:lnTo>
                    <a:pt x="1739" y="334"/>
                  </a:lnTo>
                  <a:cubicBezTo>
                    <a:pt x="1822" y="334"/>
                    <a:pt x="1906" y="263"/>
                    <a:pt x="1906" y="168"/>
                  </a:cubicBezTo>
                  <a:cubicBezTo>
                    <a:pt x="1906" y="84"/>
                    <a:pt x="1846" y="1"/>
                    <a:pt x="1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615;p60">
              <a:extLst>
                <a:ext uri="{FF2B5EF4-FFF2-40B4-BE49-F238E27FC236}">
                  <a16:creationId xmlns:a16="http://schemas.microsoft.com/office/drawing/2014/main" id="{D9671DA4-107A-41A8-3DB1-F63E4F2CE4DD}"/>
                </a:ext>
              </a:extLst>
            </p:cNvPr>
            <p:cNvSpPr/>
            <p:nvPr/>
          </p:nvSpPr>
          <p:spPr>
            <a:xfrm>
              <a:off x="5478924" y="1695039"/>
              <a:ext cx="99716" cy="10630"/>
            </a:xfrm>
            <a:custGeom>
              <a:avLst/>
              <a:gdLst/>
              <a:ahLst/>
              <a:cxnLst/>
              <a:rect l="l" t="t" r="r" b="b"/>
              <a:pathLst>
                <a:path w="3133" h="334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977" y="334"/>
                  </a:lnTo>
                  <a:cubicBezTo>
                    <a:pt x="3061" y="334"/>
                    <a:pt x="3132" y="250"/>
                    <a:pt x="3132" y="167"/>
                  </a:cubicBezTo>
                  <a:cubicBezTo>
                    <a:pt x="3132" y="72"/>
                    <a:pt x="3061" y="0"/>
                    <a:pt x="29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616;p60">
              <a:extLst>
                <a:ext uri="{FF2B5EF4-FFF2-40B4-BE49-F238E27FC236}">
                  <a16:creationId xmlns:a16="http://schemas.microsoft.com/office/drawing/2014/main" id="{92ACD78A-D6B7-B17E-5BC2-325216FD0080}"/>
                </a:ext>
              </a:extLst>
            </p:cNvPr>
            <p:cNvSpPr/>
            <p:nvPr/>
          </p:nvSpPr>
          <p:spPr>
            <a:xfrm>
              <a:off x="5478924" y="1723079"/>
              <a:ext cx="60663" cy="10248"/>
            </a:xfrm>
            <a:custGeom>
              <a:avLst/>
              <a:gdLst/>
              <a:ahLst/>
              <a:cxnLst/>
              <a:rect l="l" t="t" r="r" b="b"/>
              <a:pathLst>
                <a:path w="1906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1739" y="322"/>
                  </a:lnTo>
                  <a:cubicBezTo>
                    <a:pt x="1822" y="322"/>
                    <a:pt x="1906" y="251"/>
                    <a:pt x="1906" y="167"/>
                  </a:cubicBezTo>
                  <a:cubicBezTo>
                    <a:pt x="1906" y="72"/>
                    <a:pt x="1846" y="0"/>
                    <a:pt x="17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617;p60">
              <a:extLst>
                <a:ext uri="{FF2B5EF4-FFF2-40B4-BE49-F238E27FC236}">
                  <a16:creationId xmlns:a16="http://schemas.microsoft.com/office/drawing/2014/main" id="{7E0CB8D7-3A73-D9B4-5831-35BB5C9A9BFA}"/>
                </a:ext>
              </a:extLst>
            </p:cNvPr>
            <p:cNvSpPr/>
            <p:nvPr/>
          </p:nvSpPr>
          <p:spPr>
            <a:xfrm>
              <a:off x="5478924" y="1745422"/>
              <a:ext cx="99716" cy="10280"/>
            </a:xfrm>
            <a:custGeom>
              <a:avLst/>
              <a:gdLst/>
              <a:ahLst/>
              <a:cxnLst/>
              <a:rect l="l" t="t" r="r" b="b"/>
              <a:pathLst>
                <a:path w="3133" h="323" extrusionOk="0">
                  <a:moveTo>
                    <a:pt x="156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977" y="322"/>
                  </a:lnTo>
                  <a:cubicBezTo>
                    <a:pt x="3061" y="322"/>
                    <a:pt x="3132" y="251"/>
                    <a:pt x="3132" y="156"/>
                  </a:cubicBezTo>
                  <a:cubicBezTo>
                    <a:pt x="3132" y="72"/>
                    <a:pt x="3061" y="1"/>
                    <a:pt x="2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618;p60">
              <a:extLst>
                <a:ext uri="{FF2B5EF4-FFF2-40B4-BE49-F238E27FC236}">
                  <a16:creationId xmlns:a16="http://schemas.microsoft.com/office/drawing/2014/main" id="{CED5490E-D985-0D77-39BC-F32890F7F02D}"/>
                </a:ext>
              </a:extLst>
            </p:cNvPr>
            <p:cNvSpPr/>
            <p:nvPr/>
          </p:nvSpPr>
          <p:spPr>
            <a:xfrm>
              <a:off x="5478924" y="1773112"/>
              <a:ext cx="60663" cy="10630"/>
            </a:xfrm>
            <a:custGeom>
              <a:avLst/>
              <a:gdLst/>
              <a:ahLst/>
              <a:cxnLst/>
              <a:rect l="l" t="t" r="r" b="b"/>
              <a:pathLst>
                <a:path w="1906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1739" y="333"/>
                  </a:lnTo>
                  <a:cubicBezTo>
                    <a:pt x="1822" y="333"/>
                    <a:pt x="1906" y="262"/>
                    <a:pt x="1906" y="167"/>
                  </a:cubicBezTo>
                  <a:cubicBezTo>
                    <a:pt x="1906" y="83"/>
                    <a:pt x="1846" y="0"/>
                    <a:pt x="17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619;p60">
              <a:extLst>
                <a:ext uri="{FF2B5EF4-FFF2-40B4-BE49-F238E27FC236}">
                  <a16:creationId xmlns:a16="http://schemas.microsoft.com/office/drawing/2014/main" id="{8D431434-31ED-CE59-9926-15C786E3F01B}"/>
                </a:ext>
              </a:extLst>
            </p:cNvPr>
            <p:cNvSpPr/>
            <p:nvPr/>
          </p:nvSpPr>
          <p:spPr>
            <a:xfrm>
              <a:off x="5478924" y="1795455"/>
              <a:ext cx="99716" cy="10630"/>
            </a:xfrm>
            <a:custGeom>
              <a:avLst/>
              <a:gdLst/>
              <a:ahLst/>
              <a:cxnLst/>
              <a:rect l="l" t="t" r="r" b="b"/>
              <a:pathLst>
                <a:path w="3133" h="334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2977" y="334"/>
                  </a:lnTo>
                  <a:cubicBezTo>
                    <a:pt x="3061" y="334"/>
                    <a:pt x="3132" y="251"/>
                    <a:pt x="3132" y="167"/>
                  </a:cubicBezTo>
                  <a:cubicBezTo>
                    <a:pt x="3132" y="72"/>
                    <a:pt x="3061" y="1"/>
                    <a:pt x="2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620;p60">
              <a:extLst>
                <a:ext uri="{FF2B5EF4-FFF2-40B4-BE49-F238E27FC236}">
                  <a16:creationId xmlns:a16="http://schemas.microsoft.com/office/drawing/2014/main" id="{CCC5AE8A-A68F-DCBD-4E9C-C7BA83C1B9EC}"/>
                </a:ext>
              </a:extLst>
            </p:cNvPr>
            <p:cNvSpPr/>
            <p:nvPr/>
          </p:nvSpPr>
          <p:spPr>
            <a:xfrm>
              <a:off x="5478924" y="1588926"/>
              <a:ext cx="99716" cy="10662"/>
            </a:xfrm>
            <a:custGeom>
              <a:avLst/>
              <a:gdLst/>
              <a:ahLst/>
              <a:cxnLst/>
              <a:rect l="l" t="t" r="r" b="b"/>
              <a:pathLst>
                <a:path w="3133" h="335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2977" y="334"/>
                  </a:lnTo>
                  <a:cubicBezTo>
                    <a:pt x="3061" y="334"/>
                    <a:pt x="3132" y="251"/>
                    <a:pt x="3132" y="167"/>
                  </a:cubicBezTo>
                  <a:cubicBezTo>
                    <a:pt x="3132" y="72"/>
                    <a:pt x="3061" y="1"/>
                    <a:pt x="2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621;p60">
              <a:extLst>
                <a:ext uri="{FF2B5EF4-FFF2-40B4-BE49-F238E27FC236}">
                  <a16:creationId xmlns:a16="http://schemas.microsoft.com/office/drawing/2014/main" id="{1A7EDDAD-F904-6504-FF97-5605D8B5F401}"/>
                </a:ext>
              </a:extLst>
            </p:cNvPr>
            <p:cNvSpPr/>
            <p:nvPr/>
          </p:nvSpPr>
          <p:spPr>
            <a:xfrm>
              <a:off x="5434207" y="1639341"/>
              <a:ext cx="144783" cy="10248"/>
            </a:xfrm>
            <a:custGeom>
              <a:avLst/>
              <a:gdLst/>
              <a:ahLst/>
              <a:cxnLst/>
              <a:rect l="l" t="t" r="r" b="b"/>
              <a:pathLst>
                <a:path w="4549" h="322" extrusionOk="0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4382" y="322"/>
                  </a:lnTo>
                  <a:cubicBezTo>
                    <a:pt x="4466" y="322"/>
                    <a:pt x="4537" y="250"/>
                    <a:pt x="4537" y="155"/>
                  </a:cubicBezTo>
                  <a:cubicBezTo>
                    <a:pt x="4549" y="72"/>
                    <a:pt x="4466" y="0"/>
                    <a:pt x="43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622;p60">
              <a:extLst>
                <a:ext uri="{FF2B5EF4-FFF2-40B4-BE49-F238E27FC236}">
                  <a16:creationId xmlns:a16="http://schemas.microsoft.com/office/drawing/2014/main" id="{7E8DDC51-672A-319C-5273-643EDB206EFB}"/>
                </a:ext>
              </a:extLst>
            </p:cNvPr>
            <p:cNvSpPr/>
            <p:nvPr/>
          </p:nvSpPr>
          <p:spPr>
            <a:xfrm>
              <a:off x="5479306" y="1611301"/>
              <a:ext cx="26926" cy="10248"/>
            </a:xfrm>
            <a:custGeom>
              <a:avLst/>
              <a:gdLst/>
              <a:ahLst/>
              <a:cxnLst/>
              <a:rect l="l" t="t" r="r" b="b"/>
              <a:pathLst>
                <a:path w="846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5" y="322"/>
                    <a:pt x="846" y="250"/>
                    <a:pt x="846" y="167"/>
                  </a:cubicBezTo>
                  <a:cubicBezTo>
                    <a:pt x="846" y="72"/>
                    <a:pt x="775" y="0"/>
                    <a:pt x="6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623;p60">
              <a:extLst>
                <a:ext uri="{FF2B5EF4-FFF2-40B4-BE49-F238E27FC236}">
                  <a16:creationId xmlns:a16="http://schemas.microsoft.com/office/drawing/2014/main" id="{0E7C375A-04D3-9C5B-F7E4-29F2D1687216}"/>
                </a:ext>
              </a:extLst>
            </p:cNvPr>
            <p:cNvSpPr/>
            <p:nvPr/>
          </p:nvSpPr>
          <p:spPr>
            <a:xfrm>
              <a:off x="5518327" y="1611301"/>
              <a:ext cx="26958" cy="10248"/>
            </a:xfrm>
            <a:custGeom>
              <a:avLst/>
              <a:gdLst/>
              <a:ahLst/>
              <a:cxnLst/>
              <a:rect l="l" t="t" r="r" b="b"/>
              <a:pathLst>
                <a:path w="847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680" y="322"/>
                  </a:lnTo>
                  <a:cubicBezTo>
                    <a:pt x="763" y="322"/>
                    <a:pt x="846" y="250"/>
                    <a:pt x="846" y="167"/>
                  </a:cubicBezTo>
                  <a:cubicBezTo>
                    <a:pt x="846" y="72"/>
                    <a:pt x="763" y="0"/>
                    <a:pt x="6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624;p60">
              <a:extLst>
                <a:ext uri="{FF2B5EF4-FFF2-40B4-BE49-F238E27FC236}">
                  <a16:creationId xmlns:a16="http://schemas.microsoft.com/office/drawing/2014/main" id="{589F30BD-DAF2-ACE0-D604-17A2356BE324}"/>
                </a:ext>
              </a:extLst>
            </p:cNvPr>
            <p:cNvSpPr/>
            <p:nvPr/>
          </p:nvSpPr>
          <p:spPr>
            <a:xfrm>
              <a:off x="5434207" y="1588926"/>
              <a:ext cx="32623" cy="32623"/>
            </a:xfrm>
            <a:custGeom>
              <a:avLst/>
              <a:gdLst/>
              <a:ahLst/>
              <a:cxnLst/>
              <a:rect l="l" t="t" r="r" b="b"/>
              <a:pathLst>
                <a:path w="1025" h="1025" extrusionOk="0">
                  <a:moveTo>
                    <a:pt x="703" y="334"/>
                  </a:moveTo>
                  <a:lnTo>
                    <a:pt x="703" y="703"/>
                  </a:lnTo>
                  <a:lnTo>
                    <a:pt x="334" y="703"/>
                  </a:lnTo>
                  <a:lnTo>
                    <a:pt x="334" y="334"/>
                  </a:lnTo>
                  <a:close/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870"/>
                  </a:lnTo>
                  <a:cubicBezTo>
                    <a:pt x="1" y="953"/>
                    <a:pt x="84" y="1025"/>
                    <a:pt x="167" y="1025"/>
                  </a:cubicBezTo>
                  <a:lnTo>
                    <a:pt x="870" y="1025"/>
                  </a:lnTo>
                  <a:cubicBezTo>
                    <a:pt x="953" y="1025"/>
                    <a:pt x="1025" y="953"/>
                    <a:pt x="1025" y="870"/>
                  </a:cubicBezTo>
                  <a:lnTo>
                    <a:pt x="1025" y="167"/>
                  </a:lnTo>
                  <a:cubicBezTo>
                    <a:pt x="1025" y="72"/>
                    <a:pt x="953" y="1"/>
                    <a:pt x="8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9676;p60">
            <a:extLst>
              <a:ext uri="{FF2B5EF4-FFF2-40B4-BE49-F238E27FC236}">
                <a16:creationId xmlns:a16="http://schemas.microsoft.com/office/drawing/2014/main" id="{DD24AF21-EB0D-FED7-69C7-272C04E9096E}"/>
              </a:ext>
            </a:extLst>
          </p:cNvPr>
          <p:cNvGrpSpPr/>
          <p:nvPr/>
        </p:nvGrpSpPr>
        <p:grpSpPr>
          <a:xfrm>
            <a:off x="4335918" y="2632448"/>
            <a:ext cx="644070" cy="759249"/>
            <a:chOff x="3094217" y="1976585"/>
            <a:chExt cx="350198" cy="350548"/>
          </a:xfrm>
          <a:solidFill>
            <a:schemeClr val="accent6">
              <a:lumMod val="75000"/>
            </a:schemeClr>
          </a:solidFill>
        </p:grpSpPr>
        <p:sp>
          <p:nvSpPr>
            <p:cNvPr id="76" name="Google Shape;9677;p60">
              <a:extLst>
                <a:ext uri="{FF2B5EF4-FFF2-40B4-BE49-F238E27FC236}">
                  <a16:creationId xmlns:a16="http://schemas.microsoft.com/office/drawing/2014/main" id="{89D93D16-1938-0178-15C9-908F9993BA1D}"/>
                </a:ext>
              </a:extLst>
            </p:cNvPr>
            <p:cNvSpPr/>
            <p:nvPr/>
          </p:nvSpPr>
          <p:spPr>
            <a:xfrm>
              <a:off x="3094217" y="2129039"/>
              <a:ext cx="131543" cy="197362"/>
            </a:xfrm>
            <a:custGeom>
              <a:avLst/>
              <a:gdLst/>
              <a:ahLst/>
              <a:cxnLst/>
              <a:rect l="l" t="t" r="r" b="b"/>
              <a:pathLst>
                <a:path w="4133" h="6201" extrusionOk="0">
                  <a:moveTo>
                    <a:pt x="2072" y="345"/>
                  </a:moveTo>
                  <a:cubicBezTo>
                    <a:pt x="2117" y="345"/>
                    <a:pt x="2162" y="348"/>
                    <a:pt x="2203" y="354"/>
                  </a:cubicBezTo>
                  <a:cubicBezTo>
                    <a:pt x="2906" y="414"/>
                    <a:pt x="3454" y="1045"/>
                    <a:pt x="3454" y="1759"/>
                  </a:cubicBezTo>
                  <a:cubicBezTo>
                    <a:pt x="3454" y="2438"/>
                    <a:pt x="3620" y="3069"/>
                    <a:pt x="3751" y="3402"/>
                  </a:cubicBezTo>
                  <a:lnTo>
                    <a:pt x="3751" y="3426"/>
                  </a:lnTo>
                  <a:cubicBezTo>
                    <a:pt x="3608" y="3509"/>
                    <a:pt x="3299" y="3688"/>
                    <a:pt x="2763" y="3807"/>
                  </a:cubicBezTo>
                  <a:lnTo>
                    <a:pt x="2763" y="3759"/>
                  </a:lnTo>
                  <a:lnTo>
                    <a:pt x="2763" y="3438"/>
                  </a:lnTo>
                  <a:cubicBezTo>
                    <a:pt x="2965" y="3319"/>
                    <a:pt x="3144" y="3140"/>
                    <a:pt x="3263" y="2926"/>
                  </a:cubicBezTo>
                  <a:cubicBezTo>
                    <a:pt x="3489" y="2533"/>
                    <a:pt x="3418" y="2021"/>
                    <a:pt x="3073" y="1712"/>
                  </a:cubicBezTo>
                  <a:cubicBezTo>
                    <a:pt x="2834" y="1485"/>
                    <a:pt x="2418" y="1235"/>
                    <a:pt x="1727" y="1235"/>
                  </a:cubicBezTo>
                  <a:cubicBezTo>
                    <a:pt x="1691" y="1235"/>
                    <a:pt x="1644" y="1247"/>
                    <a:pt x="1608" y="1283"/>
                  </a:cubicBezTo>
                  <a:lnTo>
                    <a:pt x="1275" y="1616"/>
                  </a:lnTo>
                  <a:cubicBezTo>
                    <a:pt x="1215" y="1676"/>
                    <a:pt x="1215" y="1783"/>
                    <a:pt x="1275" y="1843"/>
                  </a:cubicBezTo>
                  <a:cubicBezTo>
                    <a:pt x="1304" y="1872"/>
                    <a:pt x="1343" y="1887"/>
                    <a:pt x="1382" y="1887"/>
                  </a:cubicBezTo>
                  <a:cubicBezTo>
                    <a:pt x="1421" y="1887"/>
                    <a:pt x="1459" y="1872"/>
                    <a:pt x="1489" y="1843"/>
                  </a:cubicBezTo>
                  <a:lnTo>
                    <a:pt x="1787" y="1545"/>
                  </a:lnTo>
                  <a:cubicBezTo>
                    <a:pt x="2227" y="1557"/>
                    <a:pt x="2584" y="1700"/>
                    <a:pt x="2846" y="1938"/>
                  </a:cubicBezTo>
                  <a:cubicBezTo>
                    <a:pt x="3073" y="2140"/>
                    <a:pt x="3132" y="2485"/>
                    <a:pt x="2977" y="2747"/>
                  </a:cubicBezTo>
                  <a:cubicBezTo>
                    <a:pt x="2799" y="3081"/>
                    <a:pt x="2441" y="3283"/>
                    <a:pt x="2072" y="3283"/>
                  </a:cubicBezTo>
                  <a:cubicBezTo>
                    <a:pt x="1489" y="3283"/>
                    <a:pt x="1037" y="2831"/>
                    <a:pt x="1037" y="2247"/>
                  </a:cubicBezTo>
                  <a:cubicBezTo>
                    <a:pt x="1037" y="2152"/>
                    <a:pt x="953" y="2081"/>
                    <a:pt x="870" y="2081"/>
                  </a:cubicBezTo>
                  <a:cubicBezTo>
                    <a:pt x="775" y="2081"/>
                    <a:pt x="703" y="2152"/>
                    <a:pt x="703" y="2247"/>
                  </a:cubicBezTo>
                  <a:cubicBezTo>
                    <a:pt x="703" y="2747"/>
                    <a:pt x="989" y="3200"/>
                    <a:pt x="1394" y="3438"/>
                  </a:cubicBezTo>
                  <a:lnTo>
                    <a:pt x="1394" y="3759"/>
                  </a:lnTo>
                  <a:lnTo>
                    <a:pt x="1394" y="3807"/>
                  </a:lnTo>
                  <a:cubicBezTo>
                    <a:pt x="858" y="3688"/>
                    <a:pt x="525" y="3509"/>
                    <a:pt x="394" y="3426"/>
                  </a:cubicBezTo>
                  <a:cubicBezTo>
                    <a:pt x="394" y="3426"/>
                    <a:pt x="382" y="3426"/>
                    <a:pt x="394" y="3402"/>
                  </a:cubicBezTo>
                  <a:cubicBezTo>
                    <a:pt x="525" y="3081"/>
                    <a:pt x="691" y="2438"/>
                    <a:pt x="691" y="1759"/>
                  </a:cubicBezTo>
                  <a:cubicBezTo>
                    <a:pt x="691" y="1045"/>
                    <a:pt x="1239" y="414"/>
                    <a:pt x="1941" y="354"/>
                  </a:cubicBezTo>
                  <a:cubicBezTo>
                    <a:pt x="1983" y="348"/>
                    <a:pt x="2028" y="345"/>
                    <a:pt x="2072" y="345"/>
                  </a:cubicBezTo>
                  <a:close/>
                  <a:moveTo>
                    <a:pt x="2430" y="3581"/>
                  </a:moveTo>
                  <a:lnTo>
                    <a:pt x="2430" y="3783"/>
                  </a:lnTo>
                  <a:cubicBezTo>
                    <a:pt x="2430" y="3974"/>
                    <a:pt x="2537" y="4152"/>
                    <a:pt x="2715" y="4224"/>
                  </a:cubicBezTo>
                  <a:lnTo>
                    <a:pt x="2822" y="4271"/>
                  </a:lnTo>
                  <a:cubicBezTo>
                    <a:pt x="2656" y="4509"/>
                    <a:pt x="2370" y="4676"/>
                    <a:pt x="2072" y="4676"/>
                  </a:cubicBezTo>
                  <a:cubicBezTo>
                    <a:pt x="1775" y="4676"/>
                    <a:pt x="1489" y="4509"/>
                    <a:pt x="1334" y="4271"/>
                  </a:cubicBezTo>
                  <a:lnTo>
                    <a:pt x="1429" y="4224"/>
                  </a:lnTo>
                  <a:cubicBezTo>
                    <a:pt x="1608" y="4140"/>
                    <a:pt x="1715" y="3974"/>
                    <a:pt x="1715" y="3783"/>
                  </a:cubicBezTo>
                  <a:lnTo>
                    <a:pt x="1715" y="3581"/>
                  </a:lnTo>
                  <a:cubicBezTo>
                    <a:pt x="1834" y="3617"/>
                    <a:pt x="1953" y="3628"/>
                    <a:pt x="2072" y="3628"/>
                  </a:cubicBezTo>
                  <a:cubicBezTo>
                    <a:pt x="2191" y="3628"/>
                    <a:pt x="2311" y="3617"/>
                    <a:pt x="2430" y="3581"/>
                  </a:cubicBezTo>
                  <a:close/>
                  <a:moveTo>
                    <a:pt x="2065" y="0"/>
                  </a:moveTo>
                  <a:cubicBezTo>
                    <a:pt x="2010" y="0"/>
                    <a:pt x="1953" y="3"/>
                    <a:pt x="1894" y="9"/>
                  </a:cubicBezTo>
                  <a:cubicBezTo>
                    <a:pt x="1037" y="92"/>
                    <a:pt x="346" y="842"/>
                    <a:pt x="346" y="1735"/>
                  </a:cubicBezTo>
                  <a:cubicBezTo>
                    <a:pt x="346" y="2378"/>
                    <a:pt x="203" y="2962"/>
                    <a:pt x="60" y="3271"/>
                  </a:cubicBezTo>
                  <a:cubicBezTo>
                    <a:pt x="1" y="3426"/>
                    <a:pt x="48" y="3581"/>
                    <a:pt x="179" y="3676"/>
                  </a:cubicBezTo>
                  <a:cubicBezTo>
                    <a:pt x="310" y="3759"/>
                    <a:pt x="584" y="3926"/>
                    <a:pt x="1013" y="4045"/>
                  </a:cubicBezTo>
                  <a:lnTo>
                    <a:pt x="382" y="4379"/>
                  </a:lnTo>
                  <a:cubicBezTo>
                    <a:pt x="144" y="4498"/>
                    <a:pt x="1" y="4712"/>
                    <a:pt x="1" y="4986"/>
                  </a:cubicBezTo>
                  <a:lnTo>
                    <a:pt x="1" y="6045"/>
                  </a:lnTo>
                  <a:cubicBezTo>
                    <a:pt x="1" y="6129"/>
                    <a:pt x="84" y="6200"/>
                    <a:pt x="167" y="6200"/>
                  </a:cubicBezTo>
                  <a:cubicBezTo>
                    <a:pt x="263" y="6200"/>
                    <a:pt x="334" y="6129"/>
                    <a:pt x="334" y="6045"/>
                  </a:cubicBezTo>
                  <a:lnTo>
                    <a:pt x="334" y="4974"/>
                  </a:lnTo>
                  <a:cubicBezTo>
                    <a:pt x="334" y="4831"/>
                    <a:pt x="406" y="4712"/>
                    <a:pt x="525" y="4652"/>
                  </a:cubicBezTo>
                  <a:lnTo>
                    <a:pt x="1037" y="4402"/>
                  </a:lnTo>
                  <a:cubicBezTo>
                    <a:pt x="1239" y="4760"/>
                    <a:pt x="1644" y="4986"/>
                    <a:pt x="2060" y="4986"/>
                  </a:cubicBezTo>
                  <a:cubicBezTo>
                    <a:pt x="2489" y="4986"/>
                    <a:pt x="2882" y="4760"/>
                    <a:pt x="3084" y="4402"/>
                  </a:cubicBezTo>
                  <a:lnTo>
                    <a:pt x="3596" y="4652"/>
                  </a:lnTo>
                  <a:cubicBezTo>
                    <a:pt x="3704" y="4712"/>
                    <a:pt x="3787" y="4831"/>
                    <a:pt x="3787" y="4974"/>
                  </a:cubicBezTo>
                  <a:lnTo>
                    <a:pt x="3787" y="6022"/>
                  </a:lnTo>
                  <a:cubicBezTo>
                    <a:pt x="3787" y="6117"/>
                    <a:pt x="3858" y="6188"/>
                    <a:pt x="3954" y="6188"/>
                  </a:cubicBezTo>
                  <a:cubicBezTo>
                    <a:pt x="4037" y="6188"/>
                    <a:pt x="4108" y="6117"/>
                    <a:pt x="4108" y="6022"/>
                  </a:cubicBezTo>
                  <a:lnTo>
                    <a:pt x="4108" y="4974"/>
                  </a:lnTo>
                  <a:cubicBezTo>
                    <a:pt x="4132" y="4712"/>
                    <a:pt x="3977" y="4474"/>
                    <a:pt x="3739" y="4379"/>
                  </a:cubicBezTo>
                  <a:lnTo>
                    <a:pt x="3096" y="4045"/>
                  </a:lnTo>
                  <a:cubicBezTo>
                    <a:pt x="3537" y="3926"/>
                    <a:pt x="3799" y="3759"/>
                    <a:pt x="3930" y="3676"/>
                  </a:cubicBezTo>
                  <a:cubicBezTo>
                    <a:pt x="4073" y="3581"/>
                    <a:pt x="4108" y="3426"/>
                    <a:pt x="4049" y="3271"/>
                  </a:cubicBezTo>
                  <a:cubicBezTo>
                    <a:pt x="3918" y="2962"/>
                    <a:pt x="3775" y="2378"/>
                    <a:pt x="3775" y="1735"/>
                  </a:cubicBezTo>
                  <a:cubicBezTo>
                    <a:pt x="3775" y="866"/>
                    <a:pt x="3084" y="104"/>
                    <a:pt x="2227" y="9"/>
                  </a:cubicBezTo>
                  <a:cubicBezTo>
                    <a:pt x="2174" y="3"/>
                    <a:pt x="2120" y="0"/>
                    <a:pt x="2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678;p60">
              <a:extLst>
                <a:ext uri="{FF2B5EF4-FFF2-40B4-BE49-F238E27FC236}">
                  <a16:creationId xmlns:a16="http://schemas.microsoft.com/office/drawing/2014/main" id="{57DF7866-CFC3-A81F-5DAE-7A8161B6B17A}"/>
                </a:ext>
              </a:extLst>
            </p:cNvPr>
            <p:cNvSpPr/>
            <p:nvPr/>
          </p:nvSpPr>
          <p:spPr>
            <a:xfrm>
              <a:off x="3116592" y="2293778"/>
              <a:ext cx="10630" cy="32241"/>
            </a:xfrm>
            <a:custGeom>
              <a:avLst/>
              <a:gdLst/>
              <a:ahLst/>
              <a:cxnLst/>
              <a:rect l="l" t="t" r="r" b="b"/>
              <a:pathLst>
                <a:path w="334" h="1013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67" y="1012"/>
                  </a:cubicBezTo>
                  <a:cubicBezTo>
                    <a:pt x="250" y="1012"/>
                    <a:pt x="334" y="941"/>
                    <a:pt x="334" y="846"/>
                  </a:cubicBezTo>
                  <a:lnTo>
                    <a:pt x="334" y="167"/>
                  </a:ln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679;p60">
              <a:extLst>
                <a:ext uri="{FF2B5EF4-FFF2-40B4-BE49-F238E27FC236}">
                  <a16:creationId xmlns:a16="http://schemas.microsoft.com/office/drawing/2014/main" id="{ADB61A05-4C7C-0DF1-1B37-E7119CD8AE8B}"/>
                </a:ext>
              </a:extLst>
            </p:cNvPr>
            <p:cNvSpPr/>
            <p:nvPr/>
          </p:nvSpPr>
          <p:spPr>
            <a:xfrm>
              <a:off x="3193519" y="2293778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cubicBezTo>
                    <a:pt x="250" y="1012"/>
                    <a:pt x="322" y="941"/>
                    <a:pt x="322" y="846"/>
                  </a:cubicBezTo>
                  <a:lnTo>
                    <a:pt x="322" y="167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680;p60">
              <a:extLst>
                <a:ext uri="{FF2B5EF4-FFF2-40B4-BE49-F238E27FC236}">
                  <a16:creationId xmlns:a16="http://schemas.microsoft.com/office/drawing/2014/main" id="{B4516570-6DE0-2990-031C-F83BD9915730}"/>
                </a:ext>
              </a:extLst>
            </p:cNvPr>
            <p:cNvSpPr/>
            <p:nvPr/>
          </p:nvSpPr>
          <p:spPr>
            <a:xfrm>
              <a:off x="3346227" y="2166755"/>
              <a:ext cx="54966" cy="18301"/>
            </a:xfrm>
            <a:custGeom>
              <a:avLst/>
              <a:gdLst/>
              <a:ahLst/>
              <a:cxnLst/>
              <a:rect l="l" t="t" r="r" b="b"/>
              <a:pathLst>
                <a:path w="1727" h="575" extrusionOk="0">
                  <a:moveTo>
                    <a:pt x="646" y="0"/>
                  </a:moveTo>
                  <a:cubicBezTo>
                    <a:pt x="494" y="0"/>
                    <a:pt x="326" y="15"/>
                    <a:pt x="143" y="50"/>
                  </a:cubicBezTo>
                  <a:cubicBezTo>
                    <a:pt x="60" y="62"/>
                    <a:pt x="0" y="122"/>
                    <a:pt x="0" y="217"/>
                  </a:cubicBezTo>
                  <a:lnTo>
                    <a:pt x="0" y="396"/>
                  </a:lnTo>
                  <a:cubicBezTo>
                    <a:pt x="0" y="479"/>
                    <a:pt x="84" y="550"/>
                    <a:pt x="167" y="550"/>
                  </a:cubicBezTo>
                  <a:cubicBezTo>
                    <a:pt x="262" y="550"/>
                    <a:pt x="334" y="479"/>
                    <a:pt x="334" y="396"/>
                  </a:cubicBezTo>
                  <a:lnTo>
                    <a:pt x="334" y="360"/>
                  </a:lnTo>
                  <a:cubicBezTo>
                    <a:pt x="445" y="344"/>
                    <a:pt x="549" y="338"/>
                    <a:pt x="645" y="338"/>
                  </a:cubicBezTo>
                  <a:cubicBezTo>
                    <a:pt x="845" y="338"/>
                    <a:pt x="1007" y="367"/>
                    <a:pt x="1120" y="407"/>
                  </a:cubicBezTo>
                  <a:cubicBezTo>
                    <a:pt x="1334" y="467"/>
                    <a:pt x="1453" y="538"/>
                    <a:pt x="1453" y="538"/>
                  </a:cubicBezTo>
                  <a:cubicBezTo>
                    <a:pt x="1477" y="550"/>
                    <a:pt x="1512" y="574"/>
                    <a:pt x="1536" y="574"/>
                  </a:cubicBezTo>
                  <a:cubicBezTo>
                    <a:pt x="1584" y="574"/>
                    <a:pt x="1643" y="538"/>
                    <a:pt x="1667" y="491"/>
                  </a:cubicBezTo>
                  <a:cubicBezTo>
                    <a:pt x="1727" y="396"/>
                    <a:pt x="1715" y="288"/>
                    <a:pt x="1643" y="241"/>
                  </a:cubicBezTo>
                  <a:cubicBezTo>
                    <a:pt x="1615" y="231"/>
                    <a:pt x="1258" y="0"/>
                    <a:pt x="6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681;p60">
              <a:extLst>
                <a:ext uri="{FF2B5EF4-FFF2-40B4-BE49-F238E27FC236}">
                  <a16:creationId xmlns:a16="http://schemas.microsoft.com/office/drawing/2014/main" id="{8B602C00-29D3-8664-DFB2-A1626EDE3485}"/>
                </a:ext>
              </a:extLst>
            </p:cNvPr>
            <p:cNvSpPr/>
            <p:nvPr/>
          </p:nvSpPr>
          <p:spPr>
            <a:xfrm>
              <a:off x="3302655" y="2134991"/>
              <a:ext cx="141760" cy="192143"/>
            </a:xfrm>
            <a:custGeom>
              <a:avLst/>
              <a:gdLst/>
              <a:ahLst/>
              <a:cxnLst/>
              <a:rect l="l" t="t" r="r" b="b"/>
              <a:pathLst>
                <a:path w="4454" h="6037" extrusionOk="0">
                  <a:moveTo>
                    <a:pt x="3453" y="334"/>
                  </a:moveTo>
                  <a:lnTo>
                    <a:pt x="3453" y="1132"/>
                  </a:lnTo>
                  <a:cubicBezTo>
                    <a:pt x="3453" y="1263"/>
                    <a:pt x="3429" y="1405"/>
                    <a:pt x="3370" y="1525"/>
                  </a:cubicBezTo>
                  <a:lnTo>
                    <a:pt x="3310" y="1644"/>
                  </a:lnTo>
                  <a:cubicBezTo>
                    <a:pt x="3298" y="1667"/>
                    <a:pt x="3298" y="1691"/>
                    <a:pt x="3298" y="1715"/>
                  </a:cubicBezTo>
                  <a:lnTo>
                    <a:pt x="3298" y="2060"/>
                  </a:lnTo>
                  <a:cubicBezTo>
                    <a:pt x="3274" y="2346"/>
                    <a:pt x="3155" y="2608"/>
                    <a:pt x="2953" y="2799"/>
                  </a:cubicBezTo>
                  <a:cubicBezTo>
                    <a:pt x="2739" y="3001"/>
                    <a:pt x="2477" y="3096"/>
                    <a:pt x="2191" y="3096"/>
                  </a:cubicBezTo>
                  <a:cubicBezTo>
                    <a:pt x="1643" y="3084"/>
                    <a:pt x="1179" y="2596"/>
                    <a:pt x="1179" y="2013"/>
                  </a:cubicBezTo>
                  <a:lnTo>
                    <a:pt x="1179" y="1715"/>
                  </a:lnTo>
                  <a:cubicBezTo>
                    <a:pt x="1179" y="1691"/>
                    <a:pt x="1179" y="1667"/>
                    <a:pt x="1167" y="1644"/>
                  </a:cubicBezTo>
                  <a:lnTo>
                    <a:pt x="1107" y="1525"/>
                  </a:lnTo>
                  <a:cubicBezTo>
                    <a:pt x="1048" y="1405"/>
                    <a:pt x="1012" y="1275"/>
                    <a:pt x="1012" y="1132"/>
                  </a:cubicBezTo>
                  <a:cubicBezTo>
                    <a:pt x="1012" y="691"/>
                    <a:pt x="1369" y="334"/>
                    <a:pt x="1822" y="334"/>
                  </a:cubicBezTo>
                  <a:close/>
                  <a:moveTo>
                    <a:pt x="2762" y="3310"/>
                  </a:moveTo>
                  <a:lnTo>
                    <a:pt x="2762" y="3537"/>
                  </a:lnTo>
                  <a:cubicBezTo>
                    <a:pt x="2762" y="3572"/>
                    <a:pt x="2774" y="3620"/>
                    <a:pt x="2774" y="3680"/>
                  </a:cubicBezTo>
                  <a:lnTo>
                    <a:pt x="2239" y="4096"/>
                  </a:lnTo>
                  <a:lnTo>
                    <a:pt x="1691" y="3680"/>
                  </a:lnTo>
                  <a:cubicBezTo>
                    <a:pt x="1703" y="3632"/>
                    <a:pt x="1703" y="3584"/>
                    <a:pt x="1703" y="3537"/>
                  </a:cubicBezTo>
                  <a:lnTo>
                    <a:pt x="1703" y="3310"/>
                  </a:lnTo>
                  <a:cubicBezTo>
                    <a:pt x="1846" y="3370"/>
                    <a:pt x="2012" y="3406"/>
                    <a:pt x="2191" y="3406"/>
                  </a:cubicBezTo>
                  <a:lnTo>
                    <a:pt x="2239" y="3406"/>
                  </a:lnTo>
                  <a:cubicBezTo>
                    <a:pt x="2417" y="3406"/>
                    <a:pt x="2596" y="3382"/>
                    <a:pt x="2762" y="3310"/>
                  </a:cubicBezTo>
                  <a:close/>
                  <a:moveTo>
                    <a:pt x="1822" y="1"/>
                  </a:moveTo>
                  <a:cubicBezTo>
                    <a:pt x="1191" y="1"/>
                    <a:pt x="703" y="513"/>
                    <a:pt x="703" y="1120"/>
                  </a:cubicBezTo>
                  <a:cubicBezTo>
                    <a:pt x="703" y="1298"/>
                    <a:pt x="750" y="1489"/>
                    <a:pt x="822" y="1656"/>
                  </a:cubicBezTo>
                  <a:lnTo>
                    <a:pt x="869" y="1751"/>
                  </a:lnTo>
                  <a:lnTo>
                    <a:pt x="869" y="2001"/>
                  </a:lnTo>
                  <a:cubicBezTo>
                    <a:pt x="869" y="2441"/>
                    <a:pt x="1072" y="2846"/>
                    <a:pt x="1381" y="3096"/>
                  </a:cubicBezTo>
                  <a:lnTo>
                    <a:pt x="1381" y="3537"/>
                  </a:lnTo>
                  <a:cubicBezTo>
                    <a:pt x="1381" y="3608"/>
                    <a:pt x="1346" y="3680"/>
                    <a:pt x="1274" y="3703"/>
                  </a:cubicBezTo>
                  <a:lnTo>
                    <a:pt x="453" y="4025"/>
                  </a:lnTo>
                  <a:cubicBezTo>
                    <a:pt x="179" y="4132"/>
                    <a:pt x="0" y="4382"/>
                    <a:pt x="0" y="4668"/>
                  </a:cubicBezTo>
                  <a:lnTo>
                    <a:pt x="0" y="5858"/>
                  </a:lnTo>
                  <a:cubicBezTo>
                    <a:pt x="0" y="5942"/>
                    <a:pt x="83" y="6013"/>
                    <a:pt x="167" y="6013"/>
                  </a:cubicBezTo>
                  <a:cubicBezTo>
                    <a:pt x="262" y="6013"/>
                    <a:pt x="334" y="5942"/>
                    <a:pt x="334" y="5858"/>
                  </a:cubicBezTo>
                  <a:lnTo>
                    <a:pt x="334" y="4668"/>
                  </a:lnTo>
                  <a:cubicBezTo>
                    <a:pt x="334" y="4513"/>
                    <a:pt x="417" y="4382"/>
                    <a:pt x="560" y="4334"/>
                  </a:cubicBezTo>
                  <a:lnTo>
                    <a:pt x="1369" y="4025"/>
                  </a:lnTo>
                  <a:cubicBezTo>
                    <a:pt x="1417" y="4001"/>
                    <a:pt x="1465" y="3977"/>
                    <a:pt x="1488" y="3965"/>
                  </a:cubicBezTo>
                  <a:lnTo>
                    <a:pt x="2060" y="4394"/>
                  </a:lnTo>
                  <a:lnTo>
                    <a:pt x="2060" y="5870"/>
                  </a:lnTo>
                  <a:cubicBezTo>
                    <a:pt x="2060" y="5954"/>
                    <a:pt x="2131" y="6037"/>
                    <a:pt x="2215" y="6037"/>
                  </a:cubicBezTo>
                  <a:cubicBezTo>
                    <a:pt x="2310" y="6037"/>
                    <a:pt x="2381" y="5954"/>
                    <a:pt x="2381" y="5870"/>
                  </a:cubicBezTo>
                  <a:lnTo>
                    <a:pt x="2381" y="4394"/>
                  </a:lnTo>
                  <a:lnTo>
                    <a:pt x="2953" y="3965"/>
                  </a:lnTo>
                  <a:cubicBezTo>
                    <a:pt x="2977" y="3989"/>
                    <a:pt x="3024" y="4013"/>
                    <a:pt x="3072" y="4025"/>
                  </a:cubicBezTo>
                  <a:lnTo>
                    <a:pt x="3882" y="4334"/>
                  </a:lnTo>
                  <a:cubicBezTo>
                    <a:pt x="4024" y="4382"/>
                    <a:pt x="4108" y="4513"/>
                    <a:pt x="4108" y="4668"/>
                  </a:cubicBezTo>
                  <a:lnTo>
                    <a:pt x="4108" y="5858"/>
                  </a:lnTo>
                  <a:cubicBezTo>
                    <a:pt x="4108" y="5942"/>
                    <a:pt x="4179" y="6013"/>
                    <a:pt x="4274" y="6013"/>
                  </a:cubicBezTo>
                  <a:cubicBezTo>
                    <a:pt x="4358" y="6013"/>
                    <a:pt x="4441" y="5942"/>
                    <a:pt x="4441" y="5858"/>
                  </a:cubicBezTo>
                  <a:lnTo>
                    <a:pt x="4441" y="4668"/>
                  </a:lnTo>
                  <a:cubicBezTo>
                    <a:pt x="4453" y="4382"/>
                    <a:pt x="4274" y="4108"/>
                    <a:pt x="4024" y="4025"/>
                  </a:cubicBezTo>
                  <a:lnTo>
                    <a:pt x="3203" y="3703"/>
                  </a:lnTo>
                  <a:cubicBezTo>
                    <a:pt x="3131" y="3680"/>
                    <a:pt x="3084" y="3620"/>
                    <a:pt x="3084" y="3537"/>
                  </a:cubicBezTo>
                  <a:lnTo>
                    <a:pt x="3084" y="3108"/>
                  </a:lnTo>
                  <a:cubicBezTo>
                    <a:pt x="3120" y="3084"/>
                    <a:pt x="3155" y="3060"/>
                    <a:pt x="3191" y="3025"/>
                  </a:cubicBezTo>
                  <a:cubicBezTo>
                    <a:pt x="3453" y="2775"/>
                    <a:pt x="3608" y="2418"/>
                    <a:pt x="3608" y="2037"/>
                  </a:cubicBezTo>
                  <a:lnTo>
                    <a:pt x="3608" y="1727"/>
                  </a:lnTo>
                  <a:lnTo>
                    <a:pt x="3655" y="1644"/>
                  </a:lnTo>
                  <a:cubicBezTo>
                    <a:pt x="3739" y="1477"/>
                    <a:pt x="3774" y="1298"/>
                    <a:pt x="3774" y="1108"/>
                  </a:cubicBezTo>
                  <a:lnTo>
                    <a:pt x="3774" y="167"/>
                  </a:lnTo>
                  <a:cubicBezTo>
                    <a:pt x="3774" y="84"/>
                    <a:pt x="3691" y="1"/>
                    <a:pt x="3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682;p60">
              <a:extLst>
                <a:ext uri="{FF2B5EF4-FFF2-40B4-BE49-F238E27FC236}">
                  <a16:creationId xmlns:a16="http://schemas.microsoft.com/office/drawing/2014/main" id="{A57F852C-5FDD-742E-96E1-5BDEB1E3961D}"/>
                </a:ext>
              </a:extLst>
            </p:cNvPr>
            <p:cNvSpPr/>
            <p:nvPr/>
          </p:nvSpPr>
          <p:spPr>
            <a:xfrm>
              <a:off x="3330313" y="2288463"/>
              <a:ext cx="10248" cy="37938"/>
            </a:xfrm>
            <a:custGeom>
              <a:avLst/>
              <a:gdLst/>
              <a:ahLst/>
              <a:cxnLst/>
              <a:rect l="l" t="t" r="r" b="b"/>
              <a:pathLst>
                <a:path w="322" h="1192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72" y="1191"/>
                    <a:pt x="167" y="1191"/>
                  </a:cubicBezTo>
                  <a:cubicBezTo>
                    <a:pt x="250" y="1191"/>
                    <a:pt x="322" y="1120"/>
                    <a:pt x="322" y="1036"/>
                  </a:cubicBezTo>
                  <a:lnTo>
                    <a:pt x="322" y="167"/>
                  </a:lnTo>
                  <a:cubicBezTo>
                    <a:pt x="310" y="84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683;p60">
              <a:extLst>
                <a:ext uri="{FF2B5EF4-FFF2-40B4-BE49-F238E27FC236}">
                  <a16:creationId xmlns:a16="http://schemas.microsoft.com/office/drawing/2014/main" id="{80CD6695-BBD2-012A-1D11-E7FA9A9FD4DA}"/>
                </a:ext>
              </a:extLst>
            </p:cNvPr>
            <p:cNvSpPr/>
            <p:nvPr/>
          </p:nvSpPr>
          <p:spPr>
            <a:xfrm>
              <a:off x="3406859" y="2288463"/>
              <a:ext cx="10630" cy="37938"/>
            </a:xfrm>
            <a:custGeom>
              <a:avLst/>
              <a:gdLst/>
              <a:ahLst/>
              <a:cxnLst/>
              <a:rect l="l" t="t" r="r" b="b"/>
              <a:pathLst>
                <a:path w="334" h="1192" extrusionOk="0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84" y="1191"/>
                    <a:pt x="167" y="1191"/>
                  </a:cubicBezTo>
                  <a:cubicBezTo>
                    <a:pt x="262" y="1191"/>
                    <a:pt x="334" y="1120"/>
                    <a:pt x="334" y="1036"/>
                  </a:cubicBezTo>
                  <a:lnTo>
                    <a:pt x="334" y="167"/>
                  </a:lnTo>
                  <a:cubicBezTo>
                    <a:pt x="322" y="84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684;p60">
              <a:extLst>
                <a:ext uri="{FF2B5EF4-FFF2-40B4-BE49-F238E27FC236}">
                  <a16:creationId xmlns:a16="http://schemas.microsoft.com/office/drawing/2014/main" id="{B0C2B9E6-B209-DDC9-1492-1BC11E0C3F76}"/>
                </a:ext>
              </a:extLst>
            </p:cNvPr>
            <p:cNvSpPr/>
            <p:nvPr/>
          </p:nvSpPr>
          <p:spPr>
            <a:xfrm>
              <a:off x="3149183" y="1976585"/>
              <a:ext cx="219419" cy="183072"/>
            </a:xfrm>
            <a:custGeom>
              <a:avLst/>
              <a:gdLst/>
              <a:ahLst/>
              <a:cxnLst/>
              <a:rect l="l" t="t" r="r" b="b"/>
              <a:pathLst>
                <a:path w="6894" h="5752" extrusionOk="0">
                  <a:moveTo>
                    <a:pt x="2369" y="4108"/>
                  </a:moveTo>
                  <a:lnTo>
                    <a:pt x="2286" y="4466"/>
                  </a:lnTo>
                  <a:lnTo>
                    <a:pt x="2060" y="4466"/>
                  </a:lnTo>
                  <a:cubicBezTo>
                    <a:pt x="1869" y="4466"/>
                    <a:pt x="1703" y="4299"/>
                    <a:pt x="1703" y="4108"/>
                  </a:cubicBezTo>
                  <a:close/>
                  <a:moveTo>
                    <a:pt x="5513" y="310"/>
                  </a:moveTo>
                  <a:cubicBezTo>
                    <a:pt x="5703" y="310"/>
                    <a:pt x="5870" y="477"/>
                    <a:pt x="5870" y="667"/>
                  </a:cubicBezTo>
                  <a:lnTo>
                    <a:pt x="5870" y="3418"/>
                  </a:lnTo>
                  <a:cubicBezTo>
                    <a:pt x="5870" y="3608"/>
                    <a:pt x="5703" y="3775"/>
                    <a:pt x="5513" y="3775"/>
                  </a:cubicBezTo>
                  <a:lnTo>
                    <a:pt x="4132" y="3775"/>
                  </a:lnTo>
                  <a:cubicBezTo>
                    <a:pt x="4096" y="3775"/>
                    <a:pt x="4048" y="3787"/>
                    <a:pt x="4036" y="3811"/>
                  </a:cubicBezTo>
                  <a:lnTo>
                    <a:pt x="2500" y="4918"/>
                  </a:lnTo>
                  <a:lnTo>
                    <a:pt x="2739" y="3966"/>
                  </a:lnTo>
                  <a:cubicBezTo>
                    <a:pt x="2762" y="3930"/>
                    <a:pt x="2739" y="3870"/>
                    <a:pt x="2715" y="3835"/>
                  </a:cubicBezTo>
                  <a:cubicBezTo>
                    <a:pt x="2679" y="3787"/>
                    <a:pt x="2643" y="3775"/>
                    <a:pt x="2584" y="3775"/>
                  </a:cubicBezTo>
                  <a:lnTo>
                    <a:pt x="691" y="3775"/>
                  </a:lnTo>
                  <a:cubicBezTo>
                    <a:pt x="500" y="3775"/>
                    <a:pt x="333" y="3608"/>
                    <a:pt x="333" y="3418"/>
                  </a:cubicBezTo>
                  <a:lnTo>
                    <a:pt x="333" y="667"/>
                  </a:lnTo>
                  <a:cubicBezTo>
                    <a:pt x="333" y="477"/>
                    <a:pt x="500" y="310"/>
                    <a:pt x="691" y="310"/>
                  </a:cubicBezTo>
                  <a:close/>
                  <a:moveTo>
                    <a:pt x="6215" y="989"/>
                  </a:moveTo>
                  <a:cubicBezTo>
                    <a:pt x="6406" y="989"/>
                    <a:pt x="6572" y="1156"/>
                    <a:pt x="6572" y="1346"/>
                  </a:cubicBezTo>
                  <a:lnTo>
                    <a:pt x="6572" y="4108"/>
                  </a:lnTo>
                  <a:lnTo>
                    <a:pt x="6549" y="4108"/>
                  </a:lnTo>
                  <a:cubicBezTo>
                    <a:pt x="6549" y="4299"/>
                    <a:pt x="6394" y="4466"/>
                    <a:pt x="6191" y="4466"/>
                  </a:cubicBezTo>
                  <a:lnTo>
                    <a:pt x="4810" y="4466"/>
                  </a:lnTo>
                  <a:cubicBezTo>
                    <a:pt x="4763" y="4466"/>
                    <a:pt x="4727" y="4477"/>
                    <a:pt x="4691" y="4513"/>
                  </a:cubicBezTo>
                  <a:cubicBezTo>
                    <a:pt x="4667" y="4549"/>
                    <a:pt x="4644" y="4608"/>
                    <a:pt x="4667" y="4656"/>
                  </a:cubicBezTo>
                  <a:lnTo>
                    <a:pt x="4763" y="5323"/>
                  </a:lnTo>
                  <a:lnTo>
                    <a:pt x="3596" y="4537"/>
                  </a:lnTo>
                  <a:lnTo>
                    <a:pt x="4191" y="4096"/>
                  </a:lnTo>
                  <a:lnTo>
                    <a:pt x="5513" y="4096"/>
                  </a:lnTo>
                  <a:cubicBezTo>
                    <a:pt x="5882" y="4096"/>
                    <a:pt x="6191" y="3799"/>
                    <a:pt x="6191" y="3418"/>
                  </a:cubicBezTo>
                  <a:lnTo>
                    <a:pt x="6191" y="989"/>
                  </a:lnTo>
                  <a:close/>
                  <a:moveTo>
                    <a:pt x="691" y="1"/>
                  </a:moveTo>
                  <a:cubicBezTo>
                    <a:pt x="322" y="1"/>
                    <a:pt x="0" y="298"/>
                    <a:pt x="0" y="679"/>
                  </a:cubicBezTo>
                  <a:lnTo>
                    <a:pt x="0" y="3430"/>
                  </a:lnTo>
                  <a:cubicBezTo>
                    <a:pt x="0" y="3811"/>
                    <a:pt x="298" y="4120"/>
                    <a:pt x="691" y="4120"/>
                  </a:cubicBezTo>
                  <a:lnTo>
                    <a:pt x="1393" y="4120"/>
                  </a:lnTo>
                  <a:lnTo>
                    <a:pt x="1393" y="4132"/>
                  </a:lnTo>
                  <a:cubicBezTo>
                    <a:pt x="1393" y="4501"/>
                    <a:pt x="1691" y="4823"/>
                    <a:pt x="2072" y="4823"/>
                  </a:cubicBezTo>
                  <a:lnTo>
                    <a:pt x="2203" y="4823"/>
                  </a:lnTo>
                  <a:lnTo>
                    <a:pt x="2143" y="5073"/>
                  </a:lnTo>
                  <a:cubicBezTo>
                    <a:pt x="2119" y="5180"/>
                    <a:pt x="2167" y="5275"/>
                    <a:pt x="2250" y="5335"/>
                  </a:cubicBezTo>
                  <a:cubicBezTo>
                    <a:pt x="2298" y="5370"/>
                    <a:pt x="2346" y="5382"/>
                    <a:pt x="2381" y="5382"/>
                  </a:cubicBezTo>
                  <a:cubicBezTo>
                    <a:pt x="2429" y="5382"/>
                    <a:pt x="2489" y="5370"/>
                    <a:pt x="2536" y="5335"/>
                  </a:cubicBezTo>
                  <a:lnTo>
                    <a:pt x="3251" y="4823"/>
                  </a:lnTo>
                  <a:lnTo>
                    <a:pt x="3417" y="4823"/>
                  </a:lnTo>
                  <a:lnTo>
                    <a:pt x="4751" y="5716"/>
                  </a:lnTo>
                  <a:cubicBezTo>
                    <a:pt x="4798" y="5740"/>
                    <a:pt x="4846" y="5751"/>
                    <a:pt x="4882" y="5751"/>
                  </a:cubicBezTo>
                  <a:cubicBezTo>
                    <a:pt x="4929" y="5751"/>
                    <a:pt x="4977" y="5740"/>
                    <a:pt x="5025" y="5716"/>
                  </a:cubicBezTo>
                  <a:cubicBezTo>
                    <a:pt x="5108" y="5656"/>
                    <a:pt x="5144" y="5561"/>
                    <a:pt x="5120" y="5454"/>
                  </a:cubicBezTo>
                  <a:lnTo>
                    <a:pt x="5025" y="4799"/>
                  </a:lnTo>
                  <a:lnTo>
                    <a:pt x="6215" y="4799"/>
                  </a:lnTo>
                  <a:cubicBezTo>
                    <a:pt x="6584" y="4799"/>
                    <a:pt x="6894" y="4501"/>
                    <a:pt x="6894" y="4120"/>
                  </a:cubicBezTo>
                  <a:lnTo>
                    <a:pt x="6894" y="1370"/>
                  </a:lnTo>
                  <a:cubicBezTo>
                    <a:pt x="6870" y="977"/>
                    <a:pt x="6572" y="679"/>
                    <a:pt x="6191" y="679"/>
                  </a:cubicBezTo>
                  <a:cubicBezTo>
                    <a:pt x="6179" y="298"/>
                    <a:pt x="5882" y="1"/>
                    <a:pt x="55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685;p60">
              <a:extLst>
                <a:ext uri="{FF2B5EF4-FFF2-40B4-BE49-F238E27FC236}">
                  <a16:creationId xmlns:a16="http://schemas.microsoft.com/office/drawing/2014/main" id="{5AC0A034-9DC0-A622-1D96-7D246FC3E045}"/>
                </a:ext>
              </a:extLst>
            </p:cNvPr>
            <p:cNvSpPr/>
            <p:nvPr/>
          </p:nvSpPr>
          <p:spPr>
            <a:xfrm>
              <a:off x="3187822" y="2009177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1"/>
                    <a:pt x="846" y="167"/>
                  </a:cubicBezTo>
                  <a:cubicBezTo>
                    <a:pt x="846" y="72"/>
                    <a:pt x="774" y="1"/>
                    <a:pt x="6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686;p60">
              <a:extLst>
                <a:ext uri="{FF2B5EF4-FFF2-40B4-BE49-F238E27FC236}">
                  <a16:creationId xmlns:a16="http://schemas.microsoft.com/office/drawing/2014/main" id="{926DD517-268A-43B6-9E32-9E84C33C068D}"/>
                </a:ext>
              </a:extLst>
            </p:cNvPr>
            <p:cNvSpPr/>
            <p:nvPr/>
          </p:nvSpPr>
          <p:spPr>
            <a:xfrm>
              <a:off x="3226110" y="2009177"/>
              <a:ext cx="81478" cy="10280"/>
            </a:xfrm>
            <a:custGeom>
              <a:avLst/>
              <a:gdLst/>
              <a:ahLst/>
              <a:cxnLst/>
              <a:rect l="l" t="t" r="r" b="b"/>
              <a:pathLst>
                <a:path w="2560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2393" y="322"/>
                  </a:lnTo>
                  <a:cubicBezTo>
                    <a:pt x="2488" y="322"/>
                    <a:pt x="2560" y="251"/>
                    <a:pt x="2560" y="167"/>
                  </a:cubicBezTo>
                  <a:cubicBezTo>
                    <a:pt x="2560" y="72"/>
                    <a:pt x="2488" y="1"/>
                    <a:pt x="23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687;p60">
              <a:extLst>
                <a:ext uri="{FF2B5EF4-FFF2-40B4-BE49-F238E27FC236}">
                  <a16:creationId xmlns:a16="http://schemas.microsoft.com/office/drawing/2014/main" id="{D7F87B38-4E62-20AD-AE5B-48EA2F5F33DB}"/>
                </a:ext>
              </a:extLst>
            </p:cNvPr>
            <p:cNvSpPr/>
            <p:nvPr/>
          </p:nvSpPr>
          <p:spPr>
            <a:xfrm>
              <a:off x="3187822" y="2036453"/>
              <a:ext cx="119767" cy="10662"/>
            </a:xfrm>
            <a:custGeom>
              <a:avLst/>
              <a:gdLst/>
              <a:ahLst/>
              <a:cxnLst/>
              <a:rect l="l" t="t" r="r" b="b"/>
              <a:pathLst>
                <a:path w="3763" h="335" extrusionOk="0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3596" y="334"/>
                  </a:lnTo>
                  <a:cubicBezTo>
                    <a:pt x="3691" y="334"/>
                    <a:pt x="3763" y="263"/>
                    <a:pt x="3763" y="168"/>
                  </a:cubicBezTo>
                  <a:cubicBezTo>
                    <a:pt x="3763" y="84"/>
                    <a:pt x="3691" y="1"/>
                    <a:pt x="35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688;p60">
              <a:extLst>
                <a:ext uri="{FF2B5EF4-FFF2-40B4-BE49-F238E27FC236}">
                  <a16:creationId xmlns:a16="http://schemas.microsoft.com/office/drawing/2014/main" id="{5377C6DA-22C9-47CC-7E1C-3C18E895EA3A}"/>
                </a:ext>
              </a:extLst>
            </p:cNvPr>
            <p:cNvSpPr/>
            <p:nvPr/>
          </p:nvSpPr>
          <p:spPr>
            <a:xfrm>
              <a:off x="3187822" y="2064143"/>
              <a:ext cx="81510" cy="10248"/>
            </a:xfrm>
            <a:custGeom>
              <a:avLst/>
              <a:gdLst/>
              <a:ahLst/>
              <a:cxnLst/>
              <a:rect l="l" t="t" r="r" b="b"/>
              <a:pathLst>
                <a:path w="2561" h="322" extrusionOk="0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2394" y="322"/>
                  </a:lnTo>
                  <a:cubicBezTo>
                    <a:pt x="2477" y="322"/>
                    <a:pt x="2560" y="250"/>
                    <a:pt x="2560" y="167"/>
                  </a:cubicBezTo>
                  <a:cubicBezTo>
                    <a:pt x="2560" y="72"/>
                    <a:pt x="2477" y="0"/>
                    <a:pt x="23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689;p60">
              <a:extLst>
                <a:ext uri="{FF2B5EF4-FFF2-40B4-BE49-F238E27FC236}">
                  <a16:creationId xmlns:a16="http://schemas.microsoft.com/office/drawing/2014/main" id="{C47375E0-9B1F-62D6-4A3D-DF352B49141F}"/>
                </a:ext>
              </a:extLst>
            </p:cNvPr>
            <p:cNvSpPr/>
            <p:nvPr/>
          </p:nvSpPr>
          <p:spPr>
            <a:xfrm>
              <a:off x="3280663" y="2064143"/>
              <a:ext cx="26926" cy="10248"/>
            </a:xfrm>
            <a:custGeom>
              <a:avLst/>
              <a:gdLst/>
              <a:ahLst/>
              <a:cxnLst/>
              <a:rect l="l" t="t" r="r" b="b"/>
              <a:pathLst>
                <a:path w="846" h="322" extrusionOk="0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B96719C3-94AB-427D-7F79-2CDA7EC2246F}"/>
              </a:ext>
            </a:extLst>
          </p:cNvPr>
          <p:cNvSpPr txBox="1"/>
          <p:nvPr/>
        </p:nvSpPr>
        <p:spPr>
          <a:xfrm>
            <a:off x="3843664" y="3474747"/>
            <a:ext cx="1757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Quản </a:t>
            </a:r>
            <a:r>
              <a:rPr lang="en-US" sz="1200" dirty="0" err="1"/>
              <a:t>lý</a:t>
            </a:r>
            <a:r>
              <a:rPr lang="en-US" sz="1200" dirty="0"/>
              <a:t> khu </a:t>
            </a:r>
            <a:r>
              <a:rPr lang="en-US" sz="1200" dirty="0" err="1"/>
              <a:t>vực</a:t>
            </a:r>
            <a:r>
              <a:rPr lang="en-US" sz="1200" dirty="0"/>
              <a:t> </a:t>
            </a:r>
            <a:r>
              <a:rPr lang="en-US" sz="1200" dirty="0" err="1"/>
              <a:t>che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cửa</a:t>
            </a:r>
            <a:r>
              <a:rPr lang="en-US" sz="1200" dirty="0"/>
              <a:t> hàng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58341C-9816-9F14-6462-8C7AE8DBC850}"/>
              </a:ext>
            </a:extLst>
          </p:cNvPr>
          <p:cNvSpPr txBox="1"/>
          <p:nvPr/>
        </p:nvSpPr>
        <p:spPr>
          <a:xfrm>
            <a:off x="3893422" y="4032197"/>
            <a:ext cx="1529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Quản </a:t>
            </a:r>
            <a:r>
              <a:rPr lang="en-US" sz="1200" dirty="0" err="1"/>
              <a:t>lý</a:t>
            </a:r>
            <a:r>
              <a:rPr lang="en-US" sz="1200" dirty="0"/>
              <a:t> </a:t>
            </a:r>
            <a:r>
              <a:rPr lang="en-US" sz="1200" dirty="0" err="1"/>
              <a:t>cửa</a:t>
            </a:r>
            <a:r>
              <a:rPr lang="en-US" sz="1200" dirty="0"/>
              <a:t> hàng </a:t>
            </a:r>
            <a:r>
              <a:rPr lang="en-US" sz="1200" dirty="0" err="1"/>
              <a:t>che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nhân </a:t>
            </a:r>
            <a:r>
              <a:rPr lang="en-US" sz="1200" dirty="0" err="1"/>
              <a:t>viên</a:t>
            </a:r>
            <a:endParaRPr lang="en-US"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F892E2-C71D-AE89-68EA-A5B04FE10CA5}"/>
              </a:ext>
            </a:extLst>
          </p:cNvPr>
          <p:cNvSpPr txBox="1"/>
          <p:nvPr/>
        </p:nvSpPr>
        <p:spPr>
          <a:xfrm>
            <a:off x="3893422" y="4587155"/>
            <a:ext cx="1529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r>
              <a:rPr lang="en-US" sz="1200" dirty="0" err="1">
                <a:latin typeface="+mj-lt"/>
              </a:rPr>
              <a:t>Báo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nội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bộ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luôn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đẹp</a:t>
            </a:r>
            <a:r>
              <a:rPr lang="en-US" sz="1200" dirty="0">
                <a:latin typeface="+mj-lt"/>
              </a:rPr>
              <a:t> số </a:t>
            </a:r>
            <a:r>
              <a:rPr lang="en-US" sz="1200" dirty="0" err="1">
                <a:latin typeface="+mj-lt"/>
              </a:rPr>
              <a:t>liệu</a:t>
            </a:r>
            <a:endParaRPr lang="en-US" sz="1200" dirty="0">
              <a:latin typeface="+mj-lt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C85F282-83AB-D4BF-5E2D-E068BA39F0BA}"/>
              </a:ext>
            </a:extLst>
          </p:cNvPr>
          <p:cNvSpPr txBox="1"/>
          <p:nvPr/>
        </p:nvSpPr>
        <p:spPr>
          <a:xfrm>
            <a:off x="3893452" y="5612159"/>
            <a:ext cx="1529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r>
              <a:rPr lang="vi-VN" sz="1200" dirty="0">
                <a:latin typeface="Calibri" panose="020F0502020204030204" pitchFamily="34" charset="0"/>
                <a:cs typeface="Calibri" panose="020F0502020204030204" pitchFamily="34" charset="0"/>
              </a:rPr>
              <a:t> =&gt; Cùng một hệ thống tự kiểm tra lẫn nhau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6B3EAD0-83E7-710F-B065-126F582E3859}"/>
              </a:ext>
            </a:extLst>
          </p:cNvPr>
          <p:cNvSpPr txBox="1"/>
          <p:nvPr/>
        </p:nvSpPr>
        <p:spPr>
          <a:xfrm>
            <a:off x="3872785" y="5146082"/>
            <a:ext cx="1529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  <a:defRPr sz="850" b="0" i="0">
                <a:solidFill>
                  <a:srgbClr val="282828"/>
                </a:solidFill>
                <a:latin typeface="Segoe UI"/>
              </a:defRPr>
            </a:pPr>
            <a:r>
              <a:rPr lang="vi-VN" sz="1200" dirty="0">
                <a:latin typeface="Calibri" panose="020F0502020204030204" pitchFamily="34" charset="0"/>
                <a:cs typeface="Calibri" panose="020F0502020204030204" pitchFamily="34" charset="0"/>
              </a:rPr>
              <a:t>"người phạm lỗi cũng là người báo cáo lỗi"</a:t>
            </a:r>
          </a:p>
        </p:txBody>
      </p:sp>
      <p:grpSp>
        <p:nvGrpSpPr>
          <p:cNvPr id="110" name="Google Shape;9742;p60">
            <a:extLst>
              <a:ext uri="{FF2B5EF4-FFF2-40B4-BE49-F238E27FC236}">
                <a16:creationId xmlns:a16="http://schemas.microsoft.com/office/drawing/2014/main" id="{25A739E9-64C2-778D-B66F-8D919EBB77E9}"/>
              </a:ext>
            </a:extLst>
          </p:cNvPr>
          <p:cNvGrpSpPr/>
          <p:nvPr/>
        </p:nvGrpSpPr>
        <p:grpSpPr>
          <a:xfrm>
            <a:off x="3470878" y="4693942"/>
            <a:ext cx="377474" cy="335748"/>
            <a:chOff x="854261" y="2908813"/>
            <a:chExt cx="377474" cy="335748"/>
          </a:xfrm>
          <a:solidFill>
            <a:schemeClr val="accent6">
              <a:lumMod val="50000"/>
            </a:schemeClr>
          </a:solidFill>
        </p:grpSpPr>
        <p:sp>
          <p:nvSpPr>
            <p:cNvPr id="111" name="Google Shape;9743;p60">
              <a:extLst>
                <a:ext uri="{FF2B5EF4-FFF2-40B4-BE49-F238E27FC236}">
                  <a16:creationId xmlns:a16="http://schemas.microsoft.com/office/drawing/2014/main" id="{98D8D30D-2BCD-35C7-6D78-1AEC26995899}"/>
                </a:ext>
              </a:extLst>
            </p:cNvPr>
            <p:cNvSpPr/>
            <p:nvPr/>
          </p:nvSpPr>
          <p:spPr>
            <a:xfrm>
              <a:off x="896337" y="3079695"/>
              <a:ext cx="47391" cy="17091"/>
            </a:xfrm>
            <a:custGeom>
              <a:avLst/>
              <a:gdLst/>
              <a:ahLst/>
              <a:cxnLst/>
              <a:rect l="l" t="t" r="r" b="b"/>
              <a:pathLst>
                <a:path w="1489" h="537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744;p60">
              <a:extLst>
                <a:ext uri="{FF2B5EF4-FFF2-40B4-BE49-F238E27FC236}">
                  <a16:creationId xmlns:a16="http://schemas.microsoft.com/office/drawing/2014/main" id="{1CCFF7B3-62C0-1C15-5318-4DCA88246DCA}"/>
                </a:ext>
              </a:extLst>
            </p:cNvPr>
            <p:cNvSpPr/>
            <p:nvPr/>
          </p:nvSpPr>
          <p:spPr>
            <a:xfrm>
              <a:off x="878514" y="3191855"/>
              <a:ext cx="11426" cy="52706"/>
            </a:xfrm>
            <a:custGeom>
              <a:avLst/>
              <a:gdLst/>
              <a:ahLst/>
              <a:cxnLst/>
              <a:rect l="l" t="t" r="r" b="b"/>
              <a:pathLst>
                <a:path w="359" h="1656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745;p60">
              <a:extLst>
                <a:ext uri="{FF2B5EF4-FFF2-40B4-BE49-F238E27FC236}">
                  <a16:creationId xmlns:a16="http://schemas.microsoft.com/office/drawing/2014/main" id="{E836EAA1-3C25-CC44-CD25-B99E5E19F6BF}"/>
                </a:ext>
              </a:extLst>
            </p:cNvPr>
            <p:cNvSpPr/>
            <p:nvPr/>
          </p:nvSpPr>
          <p:spPr>
            <a:xfrm>
              <a:off x="854261" y="3050159"/>
              <a:ext cx="219451" cy="194052"/>
            </a:xfrm>
            <a:custGeom>
              <a:avLst/>
              <a:gdLst/>
              <a:ahLst/>
              <a:cxnLst/>
              <a:rect l="l" t="t" r="r" b="b"/>
              <a:pathLst>
                <a:path w="6895" h="6097" extrusionOk="0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746;p60">
              <a:extLst>
                <a:ext uri="{FF2B5EF4-FFF2-40B4-BE49-F238E27FC236}">
                  <a16:creationId xmlns:a16="http://schemas.microsoft.com/office/drawing/2014/main" id="{F346B501-08F0-5664-BD2C-DE01F0878D68}"/>
                </a:ext>
              </a:extLst>
            </p:cNvPr>
            <p:cNvSpPr/>
            <p:nvPr/>
          </p:nvSpPr>
          <p:spPr>
            <a:xfrm>
              <a:off x="1008115" y="2908813"/>
              <a:ext cx="223620" cy="188355"/>
            </a:xfrm>
            <a:custGeom>
              <a:avLst/>
              <a:gdLst/>
              <a:ahLst/>
              <a:cxnLst/>
              <a:rect l="l" t="t" r="r" b="b"/>
              <a:pathLst>
                <a:path w="7026" h="5918" extrusionOk="0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747;p60">
              <a:extLst>
                <a:ext uri="{FF2B5EF4-FFF2-40B4-BE49-F238E27FC236}">
                  <a16:creationId xmlns:a16="http://schemas.microsoft.com/office/drawing/2014/main" id="{91272BA2-EE03-9152-B5AA-1EFFFBC50926}"/>
                </a:ext>
              </a:extLst>
            </p:cNvPr>
            <p:cNvSpPr/>
            <p:nvPr/>
          </p:nvSpPr>
          <p:spPr>
            <a:xfrm>
              <a:off x="1037301" y="2944046"/>
              <a:ext cx="165248" cy="105763"/>
            </a:xfrm>
            <a:custGeom>
              <a:avLst/>
              <a:gdLst/>
              <a:ahLst/>
              <a:cxnLst/>
              <a:rect l="l" t="t" r="r" b="b"/>
              <a:pathLst>
                <a:path w="5192" h="3323" extrusionOk="0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9885;p60">
            <a:extLst>
              <a:ext uri="{FF2B5EF4-FFF2-40B4-BE49-F238E27FC236}">
                <a16:creationId xmlns:a16="http://schemas.microsoft.com/office/drawing/2014/main" id="{B9DB7E47-6556-B47E-A784-24593EE26226}"/>
              </a:ext>
            </a:extLst>
          </p:cNvPr>
          <p:cNvGrpSpPr/>
          <p:nvPr/>
        </p:nvGrpSpPr>
        <p:grpSpPr>
          <a:xfrm>
            <a:off x="3512397" y="4102682"/>
            <a:ext cx="355863" cy="361911"/>
            <a:chOff x="7967103" y="2415041"/>
            <a:chExt cx="355863" cy="361911"/>
          </a:xfrm>
          <a:solidFill>
            <a:schemeClr val="accent6">
              <a:lumMod val="50000"/>
            </a:schemeClr>
          </a:solidFill>
        </p:grpSpPr>
        <p:sp>
          <p:nvSpPr>
            <p:cNvPr id="117" name="Google Shape;9886;p60">
              <a:extLst>
                <a:ext uri="{FF2B5EF4-FFF2-40B4-BE49-F238E27FC236}">
                  <a16:creationId xmlns:a16="http://schemas.microsoft.com/office/drawing/2014/main" id="{AA0E9208-D9E3-70CC-5814-C579F75C454D}"/>
                </a:ext>
              </a:extLst>
            </p:cNvPr>
            <p:cNvSpPr/>
            <p:nvPr/>
          </p:nvSpPr>
          <p:spPr>
            <a:xfrm>
              <a:off x="7967103" y="2584427"/>
              <a:ext cx="111810" cy="192525"/>
            </a:xfrm>
            <a:custGeom>
              <a:avLst/>
              <a:gdLst/>
              <a:ahLst/>
              <a:cxnLst/>
              <a:rect l="l" t="t" r="r" b="b"/>
              <a:pathLst>
                <a:path w="3513" h="6049" extrusionOk="0">
                  <a:moveTo>
                    <a:pt x="1738" y="346"/>
                  </a:moveTo>
                  <a:cubicBezTo>
                    <a:pt x="2036" y="346"/>
                    <a:pt x="2298" y="560"/>
                    <a:pt x="2298" y="810"/>
                  </a:cubicBezTo>
                  <a:lnTo>
                    <a:pt x="2298" y="846"/>
                  </a:lnTo>
                  <a:cubicBezTo>
                    <a:pt x="2131" y="762"/>
                    <a:pt x="1941" y="739"/>
                    <a:pt x="1738" y="739"/>
                  </a:cubicBezTo>
                  <a:cubicBezTo>
                    <a:pt x="1548" y="739"/>
                    <a:pt x="1369" y="786"/>
                    <a:pt x="1191" y="846"/>
                  </a:cubicBezTo>
                  <a:lnTo>
                    <a:pt x="1191" y="810"/>
                  </a:lnTo>
                  <a:cubicBezTo>
                    <a:pt x="1203" y="560"/>
                    <a:pt x="1441" y="346"/>
                    <a:pt x="1738" y="346"/>
                  </a:cubicBezTo>
                  <a:close/>
                  <a:moveTo>
                    <a:pt x="1738" y="1048"/>
                  </a:moveTo>
                  <a:cubicBezTo>
                    <a:pt x="2334" y="1048"/>
                    <a:pt x="2834" y="1536"/>
                    <a:pt x="2834" y="2132"/>
                  </a:cubicBezTo>
                  <a:cubicBezTo>
                    <a:pt x="2834" y="2251"/>
                    <a:pt x="2810" y="2358"/>
                    <a:pt x="2762" y="2477"/>
                  </a:cubicBezTo>
                  <a:cubicBezTo>
                    <a:pt x="2286" y="2001"/>
                    <a:pt x="1453" y="1810"/>
                    <a:pt x="1429" y="1798"/>
                  </a:cubicBezTo>
                  <a:cubicBezTo>
                    <a:pt x="1415" y="1791"/>
                    <a:pt x="1400" y="1788"/>
                    <a:pt x="1385" y="1788"/>
                  </a:cubicBezTo>
                  <a:cubicBezTo>
                    <a:pt x="1347" y="1788"/>
                    <a:pt x="1308" y="1805"/>
                    <a:pt x="1274" y="1822"/>
                  </a:cubicBezTo>
                  <a:cubicBezTo>
                    <a:pt x="1238" y="1858"/>
                    <a:pt x="1215" y="1893"/>
                    <a:pt x="1215" y="1953"/>
                  </a:cubicBezTo>
                  <a:cubicBezTo>
                    <a:pt x="1215" y="1977"/>
                    <a:pt x="1203" y="2072"/>
                    <a:pt x="1084" y="2191"/>
                  </a:cubicBezTo>
                  <a:cubicBezTo>
                    <a:pt x="1024" y="2251"/>
                    <a:pt x="1024" y="2358"/>
                    <a:pt x="1084" y="2429"/>
                  </a:cubicBezTo>
                  <a:cubicBezTo>
                    <a:pt x="1111" y="2467"/>
                    <a:pt x="1148" y="2483"/>
                    <a:pt x="1188" y="2483"/>
                  </a:cubicBezTo>
                  <a:cubicBezTo>
                    <a:pt x="1234" y="2483"/>
                    <a:pt x="1283" y="2461"/>
                    <a:pt x="1322" y="2429"/>
                  </a:cubicBezTo>
                  <a:cubicBezTo>
                    <a:pt x="1417" y="2346"/>
                    <a:pt x="1477" y="2239"/>
                    <a:pt x="1500" y="2167"/>
                  </a:cubicBezTo>
                  <a:cubicBezTo>
                    <a:pt x="1786" y="2251"/>
                    <a:pt x="2370" y="2465"/>
                    <a:pt x="2631" y="2834"/>
                  </a:cubicBezTo>
                  <a:cubicBezTo>
                    <a:pt x="2560" y="3263"/>
                    <a:pt x="2191" y="3584"/>
                    <a:pt x="1738" y="3584"/>
                  </a:cubicBezTo>
                  <a:cubicBezTo>
                    <a:pt x="1286" y="3584"/>
                    <a:pt x="893" y="3239"/>
                    <a:pt x="846" y="2774"/>
                  </a:cubicBezTo>
                  <a:cubicBezTo>
                    <a:pt x="846" y="2751"/>
                    <a:pt x="834" y="2727"/>
                    <a:pt x="822" y="2703"/>
                  </a:cubicBezTo>
                  <a:cubicBezTo>
                    <a:pt x="715" y="2536"/>
                    <a:pt x="655" y="2334"/>
                    <a:pt x="655" y="2132"/>
                  </a:cubicBezTo>
                  <a:cubicBezTo>
                    <a:pt x="655" y="1536"/>
                    <a:pt x="1143" y="1048"/>
                    <a:pt x="1738" y="1048"/>
                  </a:cubicBezTo>
                  <a:close/>
                  <a:moveTo>
                    <a:pt x="2131" y="3858"/>
                  </a:moveTo>
                  <a:lnTo>
                    <a:pt x="2131" y="4037"/>
                  </a:lnTo>
                  <a:cubicBezTo>
                    <a:pt x="2131" y="4096"/>
                    <a:pt x="2143" y="4156"/>
                    <a:pt x="2167" y="4203"/>
                  </a:cubicBezTo>
                  <a:lnTo>
                    <a:pt x="1738" y="4596"/>
                  </a:lnTo>
                  <a:lnTo>
                    <a:pt x="1346" y="4203"/>
                  </a:lnTo>
                  <a:cubicBezTo>
                    <a:pt x="1369" y="4156"/>
                    <a:pt x="1381" y="4096"/>
                    <a:pt x="1381" y="4037"/>
                  </a:cubicBezTo>
                  <a:lnTo>
                    <a:pt x="1381" y="3858"/>
                  </a:lnTo>
                  <a:cubicBezTo>
                    <a:pt x="1500" y="3894"/>
                    <a:pt x="1619" y="3917"/>
                    <a:pt x="1750" y="3917"/>
                  </a:cubicBezTo>
                  <a:cubicBezTo>
                    <a:pt x="1893" y="3917"/>
                    <a:pt x="2012" y="3906"/>
                    <a:pt x="2131" y="3858"/>
                  </a:cubicBezTo>
                  <a:close/>
                  <a:moveTo>
                    <a:pt x="1762" y="0"/>
                  </a:moveTo>
                  <a:cubicBezTo>
                    <a:pt x="1286" y="0"/>
                    <a:pt x="881" y="358"/>
                    <a:pt x="881" y="798"/>
                  </a:cubicBezTo>
                  <a:cubicBezTo>
                    <a:pt x="881" y="869"/>
                    <a:pt x="893" y="929"/>
                    <a:pt x="905" y="1000"/>
                  </a:cubicBezTo>
                  <a:cubicBezTo>
                    <a:pt x="572" y="1250"/>
                    <a:pt x="345" y="1667"/>
                    <a:pt x="345" y="2132"/>
                  </a:cubicBezTo>
                  <a:cubicBezTo>
                    <a:pt x="345" y="2382"/>
                    <a:pt x="405" y="2632"/>
                    <a:pt x="536" y="2834"/>
                  </a:cubicBezTo>
                  <a:cubicBezTo>
                    <a:pt x="584" y="3191"/>
                    <a:pt x="774" y="3489"/>
                    <a:pt x="1060" y="3679"/>
                  </a:cubicBezTo>
                  <a:lnTo>
                    <a:pt x="1060" y="4025"/>
                  </a:lnTo>
                  <a:lnTo>
                    <a:pt x="1060" y="4037"/>
                  </a:lnTo>
                  <a:lnTo>
                    <a:pt x="393" y="4382"/>
                  </a:lnTo>
                  <a:cubicBezTo>
                    <a:pt x="155" y="4501"/>
                    <a:pt x="0" y="4739"/>
                    <a:pt x="0" y="5013"/>
                  </a:cubicBezTo>
                  <a:lnTo>
                    <a:pt x="0" y="5882"/>
                  </a:lnTo>
                  <a:cubicBezTo>
                    <a:pt x="0" y="5977"/>
                    <a:pt x="72" y="6049"/>
                    <a:pt x="167" y="6049"/>
                  </a:cubicBezTo>
                  <a:cubicBezTo>
                    <a:pt x="250" y="6049"/>
                    <a:pt x="334" y="5977"/>
                    <a:pt x="334" y="5882"/>
                  </a:cubicBezTo>
                  <a:lnTo>
                    <a:pt x="334" y="5013"/>
                  </a:lnTo>
                  <a:cubicBezTo>
                    <a:pt x="334" y="4870"/>
                    <a:pt x="405" y="4739"/>
                    <a:pt x="536" y="4679"/>
                  </a:cubicBezTo>
                  <a:lnTo>
                    <a:pt x="1084" y="4394"/>
                  </a:lnTo>
                  <a:lnTo>
                    <a:pt x="1596" y="4894"/>
                  </a:lnTo>
                  <a:lnTo>
                    <a:pt x="1596" y="5882"/>
                  </a:lnTo>
                  <a:cubicBezTo>
                    <a:pt x="1596" y="5977"/>
                    <a:pt x="1667" y="6049"/>
                    <a:pt x="1762" y="6049"/>
                  </a:cubicBezTo>
                  <a:cubicBezTo>
                    <a:pt x="1846" y="6049"/>
                    <a:pt x="1917" y="5977"/>
                    <a:pt x="1917" y="5882"/>
                  </a:cubicBezTo>
                  <a:lnTo>
                    <a:pt x="1917" y="4894"/>
                  </a:lnTo>
                  <a:lnTo>
                    <a:pt x="2429" y="4394"/>
                  </a:lnTo>
                  <a:lnTo>
                    <a:pt x="2977" y="4679"/>
                  </a:lnTo>
                  <a:cubicBezTo>
                    <a:pt x="3096" y="4739"/>
                    <a:pt x="3191" y="4870"/>
                    <a:pt x="3191" y="5013"/>
                  </a:cubicBezTo>
                  <a:lnTo>
                    <a:pt x="3191" y="5882"/>
                  </a:lnTo>
                  <a:cubicBezTo>
                    <a:pt x="3191" y="5977"/>
                    <a:pt x="3262" y="6049"/>
                    <a:pt x="3346" y="6049"/>
                  </a:cubicBezTo>
                  <a:cubicBezTo>
                    <a:pt x="3441" y="6049"/>
                    <a:pt x="3513" y="5977"/>
                    <a:pt x="3513" y="5882"/>
                  </a:cubicBezTo>
                  <a:lnTo>
                    <a:pt x="3513" y="5013"/>
                  </a:lnTo>
                  <a:cubicBezTo>
                    <a:pt x="3513" y="4739"/>
                    <a:pt x="3370" y="4501"/>
                    <a:pt x="3132" y="4382"/>
                  </a:cubicBezTo>
                  <a:lnTo>
                    <a:pt x="2453" y="4037"/>
                  </a:lnTo>
                  <a:lnTo>
                    <a:pt x="2453" y="4025"/>
                  </a:lnTo>
                  <a:lnTo>
                    <a:pt x="2453" y="3679"/>
                  </a:lnTo>
                  <a:cubicBezTo>
                    <a:pt x="2739" y="3489"/>
                    <a:pt x="2929" y="3191"/>
                    <a:pt x="2977" y="2834"/>
                  </a:cubicBezTo>
                  <a:cubicBezTo>
                    <a:pt x="3096" y="2632"/>
                    <a:pt x="3167" y="2370"/>
                    <a:pt x="3167" y="2132"/>
                  </a:cubicBezTo>
                  <a:cubicBezTo>
                    <a:pt x="3167" y="1667"/>
                    <a:pt x="2953" y="1262"/>
                    <a:pt x="2608" y="1000"/>
                  </a:cubicBezTo>
                  <a:cubicBezTo>
                    <a:pt x="2620" y="941"/>
                    <a:pt x="2631" y="869"/>
                    <a:pt x="2631" y="798"/>
                  </a:cubicBezTo>
                  <a:cubicBezTo>
                    <a:pt x="2631" y="369"/>
                    <a:pt x="2239" y="0"/>
                    <a:pt x="1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887;p60">
              <a:extLst>
                <a:ext uri="{FF2B5EF4-FFF2-40B4-BE49-F238E27FC236}">
                  <a16:creationId xmlns:a16="http://schemas.microsoft.com/office/drawing/2014/main" id="{C34844FC-DCB2-1E5D-1BED-C1BB641E11D7}"/>
                </a:ext>
              </a:extLst>
            </p:cNvPr>
            <p:cNvSpPr/>
            <p:nvPr/>
          </p:nvSpPr>
          <p:spPr>
            <a:xfrm>
              <a:off x="7989446" y="2750789"/>
              <a:ext cx="10280" cy="26162"/>
            </a:xfrm>
            <a:custGeom>
              <a:avLst/>
              <a:gdLst/>
              <a:ahLst/>
              <a:cxnLst/>
              <a:rect l="l" t="t" r="r" b="b"/>
              <a:pathLst>
                <a:path w="323" h="822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655"/>
                  </a:lnTo>
                  <a:cubicBezTo>
                    <a:pt x="1" y="750"/>
                    <a:pt x="72" y="822"/>
                    <a:pt x="167" y="822"/>
                  </a:cubicBezTo>
                  <a:cubicBezTo>
                    <a:pt x="251" y="822"/>
                    <a:pt x="322" y="750"/>
                    <a:pt x="322" y="655"/>
                  </a:cubicBezTo>
                  <a:lnTo>
                    <a:pt x="322" y="167"/>
                  </a:lnTo>
                  <a:cubicBezTo>
                    <a:pt x="322" y="83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888;p60">
              <a:extLst>
                <a:ext uri="{FF2B5EF4-FFF2-40B4-BE49-F238E27FC236}">
                  <a16:creationId xmlns:a16="http://schemas.microsoft.com/office/drawing/2014/main" id="{187177B3-61FB-5C1A-422F-26FBF25B9E31}"/>
                </a:ext>
              </a:extLst>
            </p:cNvPr>
            <p:cNvSpPr/>
            <p:nvPr/>
          </p:nvSpPr>
          <p:spPr>
            <a:xfrm>
              <a:off x="8045908" y="2750789"/>
              <a:ext cx="10662" cy="26162"/>
            </a:xfrm>
            <a:custGeom>
              <a:avLst/>
              <a:gdLst/>
              <a:ahLst/>
              <a:cxnLst/>
              <a:rect l="l" t="t" r="r" b="b"/>
              <a:pathLst>
                <a:path w="335" h="822" extrusionOk="0">
                  <a:moveTo>
                    <a:pt x="155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655"/>
                  </a:lnTo>
                  <a:cubicBezTo>
                    <a:pt x="1" y="750"/>
                    <a:pt x="72" y="822"/>
                    <a:pt x="155" y="822"/>
                  </a:cubicBezTo>
                  <a:cubicBezTo>
                    <a:pt x="251" y="822"/>
                    <a:pt x="322" y="750"/>
                    <a:pt x="322" y="655"/>
                  </a:cubicBezTo>
                  <a:lnTo>
                    <a:pt x="322" y="167"/>
                  </a:lnTo>
                  <a:cubicBezTo>
                    <a:pt x="334" y="83"/>
                    <a:pt x="263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889;p60">
              <a:extLst>
                <a:ext uri="{FF2B5EF4-FFF2-40B4-BE49-F238E27FC236}">
                  <a16:creationId xmlns:a16="http://schemas.microsoft.com/office/drawing/2014/main" id="{D8C25F19-7342-FDBC-2EA4-96ED8F6C28C5}"/>
                </a:ext>
              </a:extLst>
            </p:cNvPr>
            <p:cNvSpPr/>
            <p:nvPr/>
          </p:nvSpPr>
          <p:spPr>
            <a:xfrm>
              <a:off x="8073184" y="2595789"/>
              <a:ext cx="136858" cy="112956"/>
            </a:xfrm>
            <a:custGeom>
              <a:avLst/>
              <a:gdLst/>
              <a:ahLst/>
              <a:cxnLst/>
              <a:rect l="l" t="t" r="r" b="b"/>
              <a:pathLst>
                <a:path w="4300" h="3549" extrusionOk="0">
                  <a:moveTo>
                    <a:pt x="2156" y="1"/>
                  </a:moveTo>
                  <a:cubicBezTo>
                    <a:pt x="2073" y="1"/>
                    <a:pt x="2001" y="84"/>
                    <a:pt x="2001" y="167"/>
                  </a:cubicBezTo>
                  <a:lnTo>
                    <a:pt x="2001" y="2048"/>
                  </a:lnTo>
                  <a:lnTo>
                    <a:pt x="108" y="3251"/>
                  </a:lnTo>
                  <a:cubicBezTo>
                    <a:pt x="37" y="3299"/>
                    <a:pt x="1" y="3406"/>
                    <a:pt x="60" y="3477"/>
                  </a:cubicBezTo>
                  <a:cubicBezTo>
                    <a:pt x="96" y="3525"/>
                    <a:pt x="156" y="3549"/>
                    <a:pt x="191" y="3549"/>
                  </a:cubicBezTo>
                  <a:cubicBezTo>
                    <a:pt x="227" y="3549"/>
                    <a:pt x="251" y="3537"/>
                    <a:pt x="287" y="3525"/>
                  </a:cubicBezTo>
                  <a:lnTo>
                    <a:pt x="2156" y="2334"/>
                  </a:lnTo>
                  <a:lnTo>
                    <a:pt x="4037" y="3525"/>
                  </a:lnTo>
                  <a:cubicBezTo>
                    <a:pt x="4063" y="3538"/>
                    <a:pt x="4093" y="3544"/>
                    <a:pt x="4123" y="3544"/>
                  </a:cubicBezTo>
                  <a:cubicBezTo>
                    <a:pt x="4178" y="3544"/>
                    <a:pt x="4233" y="3523"/>
                    <a:pt x="4263" y="3477"/>
                  </a:cubicBezTo>
                  <a:cubicBezTo>
                    <a:pt x="4299" y="3406"/>
                    <a:pt x="4287" y="3299"/>
                    <a:pt x="4216" y="3251"/>
                  </a:cubicBezTo>
                  <a:lnTo>
                    <a:pt x="2323" y="2048"/>
                  </a:lnTo>
                  <a:lnTo>
                    <a:pt x="2323" y="167"/>
                  </a:lnTo>
                  <a:cubicBezTo>
                    <a:pt x="2323" y="84"/>
                    <a:pt x="2251" y="1"/>
                    <a:pt x="2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890;p60">
              <a:extLst>
                <a:ext uri="{FF2B5EF4-FFF2-40B4-BE49-F238E27FC236}">
                  <a16:creationId xmlns:a16="http://schemas.microsoft.com/office/drawing/2014/main" id="{02DF7756-1741-4484-0A2E-25455CCEE3B6}"/>
                </a:ext>
              </a:extLst>
            </p:cNvPr>
            <p:cNvSpPr/>
            <p:nvPr/>
          </p:nvSpPr>
          <p:spPr>
            <a:xfrm>
              <a:off x="8085310" y="2415041"/>
              <a:ext cx="112956" cy="169036"/>
            </a:xfrm>
            <a:custGeom>
              <a:avLst/>
              <a:gdLst/>
              <a:ahLst/>
              <a:cxnLst/>
              <a:rect l="l" t="t" r="r" b="b"/>
              <a:pathLst>
                <a:path w="3549" h="5311" extrusionOk="0">
                  <a:moveTo>
                    <a:pt x="1775" y="334"/>
                  </a:moveTo>
                  <a:cubicBezTo>
                    <a:pt x="2061" y="334"/>
                    <a:pt x="2335" y="453"/>
                    <a:pt x="2525" y="643"/>
                  </a:cubicBezTo>
                  <a:cubicBezTo>
                    <a:pt x="2716" y="846"/>
                    <a:pt x="2835" y="1119"/>
                    <a:pt x="2870" y="1417"/>
                  </a:cubicBezTo>
                  <a:cubicBezTo>
                    <a:pt x="2882" y="1524"/>
                    <a:pt x="2894" y="1655"/>
                    <a:pt x="2906" y="1822"/>
                  </a:cubicBezTo>
                  <a:cubicBezTo>
                    <a:pt x="2727" y="1500"/>
                    <a:pt x="2430" y="1286"/>
                    <a:pt x="2061" y="1167"/>
                  </a:cubicBezTo>
                  <a:cubicBezTo>
                    <a:pt x="1727" y="1060"/>
                    <a:pt x="1430" y="1060"/>
                    <a:pt x="1418" y="1060"/>
                  </a:cubicBezTo>
                  <a:cubicBezTo>
                    <a:pt x="1382" y="1060"/>
                    <a:pt x="1334" y="1072"/>
                    <a:pt x="1299" y="1108"/>
                  </a:cubicBezTo>
                  <a:lnTo>
                    <a:pt x="1001" y="1417"/>
                  </a:lnTo>
                  <a:cubicBezTo>
                    <a:pt x="942" y="1477"/>
                    <a:pt x="942" y="1596"/>
                    <a:pt x="1001" y="1655"/>
                  </a:cubicBezTo>
                  <a:cubicBezTo>
                    <a:pt x="1031" y="1685"/>
                    <a:pt x="1075" y="1700"/>
                    <a:pt x="1120" y="1700"/>
                  </a:cubicBezTo>
                  <a:cubicBezTo>
                    <a:pt x="1165" y="1700"/>
                    <a:pt x="1209" y="1685"/>
                    <a:pt x="1239" y="1655"/>
                  </a:cubicBezTo>
                  <a:lnTo>
                    <a:pt x="1501" y="1405"/>
                  </a:lnTo>
                  <a:cubicBezTo>
                    <a:pt x="1584" y="1405"/>
                    <a:pt x="1763" y="1417"/>
                    <a:pt x="1954" y="1489"/>
                  </a:cubicBezTo>
                  <a:cubicBezTo>
                    <a:pt x="2299" y="1608"/>
                    <a:pt x="2537" y="1798"/>
                    <a:pt x="2668" y="2084"/>
                  </a:cubicBezTo>
                  <a:cubicBezTo>
                    <a:pt x="2596" y="2512"/>
                    <a:pt x="2227" y="2846"/>
                    <a:pt x="1775" y="2846"/>
                  </a:cubicBezTo>
                  <a:cubicBezTo>
                    <a:pt x="1287" y="2846"/>
                    <a:pt x="870" y="2441"/>
                    <a:pt x="870" y="1941"/>
                  </a:cubicBezTo>
                  <a:cubicBezTo>
                    <a:pt x="870" y="1846"/>
                    <a:pt x="799" y="1774"/>
                    <a:pt x="703" y="1774"/>
                  </a:cubicBezTo>
                  <a:cubicBezTo>
                    <a:pt x="691" y="1774"/>
                    <a:pt x="680" y="1774"/>
                    <a:pt x="644" y="1786"/>
                  </a:cubicBezTo>
                  <a:cubicBezTo>
                    <a:pt x="668" y="1655"/>
                    <a:pt x="680" y="1524"/>
                    <a:pt x="691" y="1417"/>
                  </a:cubicBezTo>
                  <a:cubicBezTo>
                    <a:pt x="703" y="1119"/>
                    <a:pt x="822" y="834"/>
                    <a:pt x="1037" y="643"/>
                  </a:cubicBezTo>
                  <a:cubicBezTo>
                    <a:pt x="1227" y="429"/>
                    <a:pt x="1501" y="334"/>
                    <a:pt x="1775" y="334"/>
                  </a:cubicBezTo>
                  <a:close/>
                  <a:moveTo>
                    <a:pt x="572" y="2239"/>
                  </a:moveTo>
                  <a:cubicBezTo>
                    <a:pt x="644" y="2536"/>
                    <a:pt x="822" y="2786"/>
                    <a:pt x="1084" y="2965"/>
                  </a:cubicBezTo>
                  <a:lnTo>
                    <a:pt x="1084" y="3143"/>
                  </a:lnTo>
                  <a:cubicBezTo>
                    <a:pt x="763" y="3084"/>
                    <a:pt x="549" y="3013"/>
                    <a:pt x="394" y="2929"/>
                  </a:cubicBezTo>
                  <a:cubicBezTo>
                    <a:pt x="382" y="2929"/>
                    <a:pt x="394" y="2917"/>
                    <a:pt x="394" y="2917"/>
                  </a:cubicBezTo>
                  <a:cubicBezTo>
                    <a:pt x="465" y="2727"/>
                    <a:pt x="525" y="2477"/>
                    <a:pt x="572" y="2239"/>
                  </a:cubicBezTo>
                  <a:close/>
                  <a:moveTo>
                    <a:pt x="2989" y="2239"/>
                  </a:moveTo>
                  <a:cubicBezTo>
                    <a:pt x="3025" y="2489"/>
                    <a:pt x="3108" y="2727"/>
                    <a:pt x="3168" y="2917"/>
                  </a:cubicBezTo>
                  <a:lnTo>
                    <a:pt x="3168" y="2929"/>
                  </a:lnTo>
                  <a:cubicBezTo>
                    <a:pt x="3025" y="2989"/>
                    <a:pt x="2811" y="3084"/>
                    <a:pt x="2477" y="3143"/>
                  </a:cubicBezTo>
                  <a:lnTo>
                    <a:pt x="2477" y="2965"/>
                  </a:lnTo>
                  <a:cubicBezTo>
                    <a:pt x="2716" y="2798"/>
                    <a:pt x="2906" y="2536"/>
                    <a:pt x="2989" y="2239"/>
                  </a:cubicBezTo>
                  <a:close/>
                  <a:moveTo>
                    <a:pt x="2168" y="3108"/>
                  </a:moveTo>
                  <a:lnTo>
                    <a:pt x="2168" y="3286"/>
                  </a:lnTo>
                  <a:cubicBezTo>
                    <a:pt x="2168" y="3346"/>
                    <a:pt x="2180" y="3405"/>
                    <a:pt x="2204" y="3453"/>
                  </a:cubicBezTo>
                  <a:lnTo>
                    <a:pt x="2037" y="3608"/>
                  </a:lnTo>
                  <a:cubicBezTo>
                    <a:pt x="1960" y="3673"/>
                    <a:pt x="1864" y="3706"/>
                    <a:pt x="1772" y="3706"/>
                  </a:cubicBezTo>
                  <a:cubicBezTo>
                    <a:pt x="1680" y="3706"/>
                    <a:pt x="1590" y="3673"/>
                    <a:pt x="1525" y="3608"/>
                  </a:cubicBezTo>
                  <a:lnTo>
                    <a:pt x="1382" y="3453"/>
                  </a:lnTo>
                  <a:cubicBezTo>
                    <a:pt x="1406" y="3405"/>
                    <a:pt x="1418" y="3346"/>
                    <a:pt x="1418" y="3286"/>
                  </a:cubicBezTo>
                  <a:lnTo>
                    <a:pt x="1418" y="3108"/>
                  </a:lnTo>
                  <a:cubicBezTo>
                    <a:pt x="1537" y="3143"/>
                    <a:pt x="1656" y="3167"/>
                    <a:pt x="1799" y="3167"/>
                  </a:cubicBezTo>
                  <a:cubicBezTo>
                    <a:pt x="1930" y="3167"/>
                    <a:pt x="2049" y="3155"/>
                    <a:pt x="2168" y="3108"/>
                  </a:cubicBezTo>
                  <a:close/>
                  <a:moveTo>
                    <a:pt x="1775" y="0"/>
                  </a:moveTo>
                  <a:cubicBezTo>
                    <a:pt x="1037" y="0"/>
                    <a:pt x="418" y="607"/>
                    <a:pt x="358" y="1405"/>
                  </a:cubicBezTo>
                  <a:cubicBezTo>
                    <a:pt x="334" y="1727"/>
                    <a:pt x="227" y="2417"/>
                    <a:pt x="84" y="2810"/>
                  </a:cubicBezTo>
                  <a:cubicBezTo>
                    <a:pt x="25" y="2989"/>
                    <a:pt x="96" y="3167"/>
                    <a:pt x="263" y="3251"/>
                  </a:cubicBezTo>
                  <a:cubicBezTo>
                    <a:pt x="382" y="3310"/>
                    <a:pt x="572" y="3382"/>
                    <a:pt x="822" y="3441"/>
                  </a:cubicBezTo>
                  <a:lnTo>
                    <a:pt x="394" y="3644"/>
                  </a:lnTo>
                  <a:cubicBezTo>
                    <a:pt x="156" y="3763"/>
                    <a:pt x="1" y="4001"/>
                    <a:pt x="1" y="4275"/>
                  </a:cubicBezTo>
                  <a:lnTo>
                    <a:pt x="1" y="5156"/>
                  </a:lnTo>
                  <a:cubicBezTo>
                    <a:pt x="1" y="5239"/>
                    <a:pt x="84" y="5310"/>
                    <a:pt x="168" y="5310"/>
                  </a:cubicBezTo>
                  <a:cubicBezTo>
                    <a:pt x="263" y="5310"/>
                    <a:pt x="334" y="5239"/>
                    <a:pt x="334" y="5156"/>
                  </a:cubicBezTo>
                  <a:lnTo>
                    <a:pt x="334" y="4275"/>
                  </a:lnTo>
                  <a:cubicBezTo>
                    <a:pt x="334" y="4144"/>
                    <a:pt x="406" y="4001"/>
                    <a:pt x="537" y="3941"/>
                  </a:cubicBezTo>
                  <a:lnTo>
                    <a:pt x="1096" y="3667"/>
                  </a:lnTo>
                  <a:lnTo>
                    <a:pt x="1287" y="3846"/>
                  </a:lnTo>
                  <a:cubicBezTo>
                    <a:pt x="1418" y="3977"/>
                    <a:pt x="1596" y="4036"/>
                    <a:pt x="1763" y="4036"/>
                  </a:cubicBezTo>
                  <a:cubicBezTo>
                    <a:pt x="1942" y="4036"/>
                    <a:pt x="2108" y="3977"/>
                    <a:pt x="2239" y="3846"/>
                  </a:cubicBezTo>
                  <a:lnTo>
                    <a:pt x="2430" y="3667"/>
                  </a:lnTo>
                  <a:lnTo>
                    <a:pt x="2977" y="3941"/>
                  </a:lnTo>
                  <a:cubicBezTo>
                    <a:pt x="3097" y="4001"/>
                    <a:pt x="3192" y="4144"/>
                    <a:pt x="3192" y="4275"/>
                  </a:cubicBezTo>
                  <a:lnTo>
                    <a:pt x="3192" y="5156"/>
                  </a:lnTo>
                  <a:cubicBezTo>
                    <a:pt x="3192" y="5239"/>
                    <a:pt x="3263" y="5310"/>
                    <a:pt x="3358" y="5310"/>
                  </a:cubicBezTo>
                  <a:cubicBezTo>
                    <a:pt x="3442" y="5310"/>
                    <a:pt x="3513" y="5239"/>
                    <a:pt x="3513" y="5156"/>
                  </a:cubicBezTo>
                  <a:lnTo>
                    <a:pt x="3513" y="4275"/>
                  </a:lnTo>
                  <a:cubicBezTo>
                    <a:pt x="3549" y="4001"/>
                    <a:pt x="3406" y="3763"/>
                    <a:pt x="3168" y="3644"/>
                  </a:cubicBezTo>
                  <a:lnTo>
                    <a:pt x="2727" y="3441"/>
                  </a:lnTo>
                  <a:cubicBezTo>
                    <a:pt x="2989" y="3382"/>
                    <a:pt x="3180" y="3310"/>
                    <a:pt x="3299" y="3251"/>
                  </a:cubicBezTo>
                  <a:cubicBezTo>
                    <a:pt x="3454" y="3167"/>
                    <a:pt x="3537" y="2977"/>
                    <a:pt x="3478" y="2810"/>
                  </a:cubicBezTo>
                  <a:cubicBezTo>
                    <a:pt x="3323" y="2417"/>
                    <a:pt x="3204" y="1727"/>
                    <a:pt x="3192" y="1405"/>
                  </a:cubicBezTo>
                  <a:cubicBezTo>
                    <a:pt x="3132" y="596"/>
                    <a:pt x="2525" y="0"/>
                    <a:pt x="17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891;p60">
              <a:extLst>
                <a:ext uri="{FF2B5EF4-FFF2-40B4-BE49-F238E27FC236}">
                  <a16:creationId xmlns:a16="http://schemas.microsoft.com/office/drawing/2014/main" id="{107D0A84-3B61-EB92-177C-341F6756ACF8}"/>
                </a:ext>
              </a:extLst>
            </p:cNvPr>
            <p:cNvSpPr/>
            <p:nvPr/>
          </p:nvSpPr>
          <p:spPr>
            <a:xfrm>
              <a:off x="8108449" y="2557501"/>
              <a:ext cx="10248" cy="26194"/>
            </a:xfrm>
            <a:custGeom>
              <a:avLst/>
              <a:gdLst/>
              <a:ahLst/>
              <a:cxnLst/>
              <a:rect l="l" t="t" r="r" b="b"/>
              <a:pathLst>
                <a:path w="322" h="823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lnTo>
                    <a:pt x="0" y="656"/>
                  </a:lnTo>
                  <a:cubicBezTo>
                    <a:pt x="0" y="751"/>
                    <a:pt x="72" y="823"/>
                    <a:pt x="155" y="823"/>
                  </a:cubicBezTo>
                  <a:cubicBezTo>
                    <a:pt x="250" y="823"/>
                    <a:pt x="322" y="751"/>
                    <a:pt x="322" y="656"/>
                  </a:cubicBezTo>
                  <a:lnTo>
                    <a:pt x="322" y="168"/>
                  </a:lnTo>
                  <a:cubicBezTo>
                    <a:pt x="322" y="84"/>
                    <a:pt x="250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892;p60">
              <a:extLst>
                <a:ext uri="{FF2B5EF4-FFF2-40B4-BE49-F238E27FC236}">
                  <a16:creationId xmlns:a16="http://schemas.microsoft.com/office/drawing/2014/main" id="{4EC43E22-B0A3-CB7A-1A81-D49A7EBC6058}"/>
                </a:ext>
              </a:extLst>
            </p:cNvPr>
            <p:cNvSpPr/>
            <p:nvPr/>
          </p:nvSpPr>
          <p:spPr>
            <a:xfrm>
              <a:off x="8165293" y="2557501"/>
              <a:ext cx="10248" cy="26194"/>
            </a:xfrm>
            <a:custGeom>
              <a:avLst/>
              <a:gdLst/>
              <a:ahLst/>
              <a:cxnLst/>
              <a:rect l="l" t="t" r="r" b="b"/>
              <a:pathLst>
                <a:path w="322" h="823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lnTo>
                    <a:pt x="0" y="656"/>
                  </a:lnTo>
                  <a:cubicBezTo>
                    <a:pt x="0" y="751"/>
                    <a:pt x="72" y="823"/>
                    <a:pt x="155" y="823"/>
                  </a:cubicBezTo>
                  <a:cubicBezTo>
                    <a:pt x="250" y="823"/>
                    <a:pt x="322" y="751"/>
                    <a:pt x="322" y="656"/>
                  </a:cubicBezTo>
                  <a:lnTo>
                    <a:pt x="322" y="168"/>
                  </a:lnTo>
                  <a:cubicBezTo>
                    <a:pt x="322" y="84"/>
                    <a:pt x="250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893;p60">
              <a:extLst>
                <a:ext uri="{FF2B5EF4-FFF2-40B4-BE49-F238E27FC236}">
                  <a16:creationId xmlns:a16="http://schemas.microsoft.com/office/drawing/2014/main" id="{F3978051-920B-B4DA-DB80-9ABA6006432F}"/>
                </a:ext>
              </a:extLst>
            </p:cNvPr>
            <p:cNvSpPr/>
            <p:nvPr/>
          </p:nvSpPr>
          <p:spPr>
            <a:xfrm>
              <a:off x="8238432" y="2635956"/>
              <a:ext cx="45481" cy="15946"/>
            </a:xfrm>
            <a:custGeom>
              <a:avLst/>
              <a:gdLst/>
              <a:ahLst/>
              <a:cxnLst/>
              <a:rect l="l" t="t" r="r" b="b"/>
              <a:pathLst>
                <a:path w="1429" h="501" extrusionOk="0">
                  <a:moveTo>
                    <a:pt x="167" y="1"/>
                  </a:moveTo>
                  <a:cubicBezTo>
                    <a:pt x="83" y="1"/>
                    <a:pt x="0" y="72"/>
                    <a:pt x="0" y="155"/>
                  </a:cubicBezTo>
                  <a:cubicBezTo>
                    <a:pt x="0" y="251"/>
                    <a:pt x="83" y="322"/>
                    <a:pt x="167" y="322"/>
                  </a:cubicBezTo>
                  <a:cubicBezTo>
                    <a:pt x="357" y="322"/>
                    <a:pt x="893" y="358"/>
                    <a:pt x="1167" y="489"/>
                  </a:cubicBezTo>
                  <a:cubicBezTo>
                    <a:pt x="1191" y="501"/>
                    <a:pt x="1214" y="501"/>
                    <a:pt x="1238" y="501"/>
                  </a:cubicBezTo>
                  <a:cubicBezTo>
                    <a:pt x="1298" y="501"/>
                    <a:pt x="1357" y="477"/>
                    <a:pt x="1393" y="417"/>
                  </a:cubicBezTo>
                  <a:cubicBezTo>
                    <a:pt x="1429" y="334"/>
                    <a:pt x="1405" y="239"/>
                    <a:pt x="1310" y="191"/>
                  </a:cubicBezTo>
                  <a:cubicBezTo>
                    <a:pt x="929" y="1"/>
                    <a:pt x="20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894;p60">
              <a:extLst>
                <a:ext uri="{FF2B5EF4-FFF2-40B4-BE49-F238E27FC236}">
                  <a16:creationId xmlns:a16="http://schemas.microsoft.com/office/drawing/2014/main" id="{3F40FB5D-3248-8F53-73F0-A21FFC0F7F71}"/>
                </a:ext>
              </a:extLst>
            </p:cNvPr>
            <p:cNvSpPr/>
            <p:nvPr/>
          </p:nvSpPr>
          <p:spPr>
            <a:xfrm>
              <a:off x="8198998" y="2607534"/>
              <a:ext cx="123968" cy="169036"/>
            </a:xfrm>
            <a:custGeom>
              <a:avLst/>
              <a:gdLst/>
              <a:ahLst/>
              <a:cxnLst/>
              <a:rect l="l" t="t" r="r" b="b"/>
              <a:pathLst>
                <a:path w="3895" h="5311" extrusionOk="0">
                  <a:moveTo>
                    <a:pt x="3049" y="322"/>
                  </a:moveTo>
                  <a:lnTo>
                    <a:pt x="3049" y="1025"/>
                  </a:lnTo>
                  <a:cubicBezTo>
                    <a:pt x="3049" y="1144"/>
                    <a:pt x="3013" y="1251"/>
                    <a:pt x="2965" y="1346"/>
                  </a:cubicBezTo>
                  <a:lnTo>
                    <a:pt x="2882" y="1513"/>
                  </a:lnTo>
                  <a:cubicBezTo>
                    <a:pt x="2870" y="1548"/>
                    <a:pt x="2870" y="1560"/>
                    <a:pt x="2870" y="1584"/>
                  </a:cubicBezTo>
                  <a:lnTo>
                    <a:pt x="2870" y="1941"/>
                  </a:lnTo>
                  <a:cubicBezTo>
                    <a:pt x="2870" y="2203"/>
                    <a:pt x="2763" y="2418"/>
                    <a:pt x="2596" y="2596"/>
                  </a:cubicBezTo>
                  <a:cubicBezTo>
                    <a:pt x="2406" y="2763"/>
                    <a:pt x="2168" y="2858"/>
                    <a:pt x="1930" y="2858"/>
                  </a:cubicBezTo>
                  <a:cubicBezTo>
                    <a:pt x="1453" y="2834"/>
                    <a:pt x="1049" y="2406"/>
                    <a:pt x="1049" y="1906"/>
                  </a:cubicBezTo>
                  <a:lnTo>
                    <a:pt x="1049" y="1584"/>
                  </a:lnTo>
                  <a:cubicBezTo>
                    <a:pt x="1049" y="1560"/>
                    <a:pt x="1049" y="1548"/>
                    <a:pt x="1037" y="1513"/>
                  </a:cubicBezTo>
                  <a:lnTo>
                    <a:pt x="929" y="1310"/>
                  </a:lnTo>
                  <a:cubicBezTo>
                    <a:pt x="882" y="1227"/>
                    <a:pt x="870" y="1144"/>
                    <a:pt x="870" y="1072"/>
                  </a:cubicBezTo>
                  <a:lnTo>
                    <a:pt x="870" y="1048"/>
                  </a:lnTo>
                  <a:cubicBezTo>
                    <a:pt x="870" y="655"/>
                    <a:pt x="1203" y="322"/>
                    <a:pt x="1596" y="322"/>
                  </a:cubicBezTo>
                  <a:close/>
                  <a:moveTo>
                    <a:pt x="2334" y="3132"/>
                  </a:moveTo>
                  <a:cubicBezTo>
                    <a:pt x="2334" y="3180"/>
                    <a:pt x="2346" y="3239"/>
                    <a:pt x="2358" y="3287"/>
                  </a:cubicBezTo>
                  <a:lnTo>
                    <a:pt x="2215" y="3418"/>
                  </a:lnTo>
                  <a:cubicBezTo>
                    <a:pt x="2138" y="3495"/>
                    <a:pt x="2043" y="3534"/>
                    <a:pt x="1949" y="3534"/>
                  </a:cubicBezTo>
                  <a:cubicBezTo>
                    <a:pt x="1855" y="3534"/>
                    <a:pt x="1763" y="3495"/>
                    <a:pt x="1691" y="3418"/>
                  </a:cubicBezTo>
                  <a:lnTo>
                    <a:pt x="1561" y="3287"/>
                  </a:lnTo>
                  <a:cubicBezTo>
                    <a:pt x="1572" y="3239"/>
                    <a:pt x="1584" y="3180"/>
                    <a:pt x="1584" y="3132"/>
                  </a:cubicBezTo>
                  <a:cubicBezTo>
                    <a:pt x="1691" y="3168"/>
                    <a:pt x="1811" y="3191"/>
                    <a:pt x="1918" y="3191"/>
                  </a:cubicBezTo>
                  <a:lnTo>
                    <a:pt x="1953" y="3191"/>
                  </a:lnTo>
                  <a:cubicBezTo>
                    <a:pt x="2096" y="3191"/>
                    <a:pt x="2215" y="3180"/>
                    <a:pt x="2334" y="3132"/>
                  </a:cubicBezTo>
                  <a:close/>
                  <a:moveTo>
                    <a:pt x="1584" y="1"/>
                  </a:moveTo>
                  <a:cubicBezTo>
                    <a:pt x="1001" y="1"/>
                    <a:pt x="525" y="477"/>
                    <a:pt x="525" y="1048"/>
                  </a:cubicBezTo>
                  <a:lnTo>
                    <a:pt x="525" y="1072"/>
                  </a:lnTo>
                  <a:cubicBezTo>
                    <a:pt x="525" y="1203"/>
                    <a:pt x="560" y="1334"/>
                    <a:pt x="620" y="1453"/>
                  </a:cubicBezTo>
                  <a:lnTo>
                    <a:pt x="703" y="1620"/>
                  </a:lnTo>
                  <a:lnTo>
                    <a:pt x="703" y="1882"/>
                  </a:lnTo>
                  <a:cubicBezTo>
                    <a:pt x="703" y="2322"/>
                    <a:pt x="918" y="2703"/>
                    <a:pt x="1239" y="2941"/>
                  </a:cubicBezTo>
                  <a:lnTo>
                    <a:pt x="1239" y="3096"/>
                  </a:lnTo>
                  <a:cubicBezTo>
                    <a:pt x="1239" y="3180"/>
                    <a:pt x="1180" y="3251"/>
                    <a:pt x="1108" y="3275"/>
                  </a:cubicBezTo>
                  <a:lnTo>
                    <a:pt x="513" y="3453"/>
                  </a:lnTo>
                  <a:cubicBezTo>
                    <a:pt x="215" y="3537"/>
                    <a:pt x="1" y="3811"/>
                    <a:pt x="1" y="4120"/>
                  </a:cubicBezTo>
                  <a:lnTo>
                    <a:pt x="1" y="5144"/>
                  </a:lnTo>
                  <a:cubicBezTo>
                    <a:pt x="1" y="5239"/>
                    <a:pt x="84" y="5311"/>
                    <a:pt x="167" y="5311"/>
                  </a:cubicBezTo>
                  <a:cubicBezTo>
                    <a:pt x="263" y="5311"/>
                    <a:pt x="334" y="5239"/>
                    <a:pt x="334" y="5144"/>
                  </a:cubicBezTo>
                  <a:lnTo>
                    <a:pt x="334" y="4120"/>
                  </a:lnTo>
                  <a:cubicBezTo>
                    <a:pt x="334" y="3953"/>
                    <a:pt x="441" y="3811"/>
                    <a:pt x="596" y="3763"/>
                  </a:cubicBezTo>
                  <a:lnTo>
                    <a:pt x="1191" y="3584"/>
                  </a:lnTo>
                  <a:cubicBezTo>
                    <a:pt x="1251" y="3572"/>
                    <a:pt x="1299" y="3537"/>
                    <a:pt x="1346" y="3525"/>
                  </a:cubicBezTo>
                  <a:lnTo>
                    <a:pt x="1453" y="3632"/>
                  </a:lnTo>
                  <a:cubicBezTo>
                    <a:pt x="1584" y="3763"/>
                    <a:pt x="1763" y="3834"/>
                    <a:pt x="1942" y="3834"/>
                  </a:cubicBezTo>
                  <a:cubicBezTo>
                    <a:pt x="2120" y="3834"/>
                    <a:pt x="2299" y="3763"/>
                    <a:pt x="2430" y="3632"/>
                  </a:cubicBezTo>
                  <a:lnTo>
                    <a:pt x="2537" y="3525"/>
                  </a:lnTo>
                  <a:cubicBezTo>
                    <a:pt x="2584" y="3549"/>
                    <a:pt x="2620" y="3572"/>
                    <a:pt x="2680" y="3584"/>
                  </a:cubicBezTo>
                  <a:lnTo>
                    <a:pt x="3275" y="3763"/>
                  </a:lnTo>
                  <a:cubicBezTo>
                    <a:pt x="3442" y="3811"/>
                    <a:pt x="3549" y="3953"/>
                    <a:pt x="3549" y="4120"/>
                  </a:cubicBezTo>
                  <a:lnTo>
                    <a:pt x="3549" y="5144"/>
                  </a:lnTo>
                  <a:cubicBezTo>
                    <a:pt x="3549" y="5239"/>
                    <a:pt x="3620" y="5311"/>
                    <a:pt x="3716" y="5311"/>
                  </a:cubicBezTo>
                  <a:cubicBezTo>
                    <a:pt x="3799" y="5311"/>
                    <a:pt x="3870" y="5239"/>
                    <a:pt x="3870" y="5144"/>
                  </a:cubicBezTo>
                  <a:lnTo>
                    <a:pt x="3870" y="4120"/>
                  </a:lnTo>
                  <a:cubicBezTo>
                    <a:pt x="3894" y="3822"/>
                    <a:pt x="3680" y="3549"/>
                    <a:pt x="3382" y="3465"/>
                  </a:cubicBezTo>
                  <a:lnTo>
                    <a:pt x="2787" y="3287"/>
                  </a:lnTo>
                  <a:cubicBezTo>
                    <a:pt x="2715" y="3251"/>
                    <a:pt x="2656" y="3180"/>
                    <a:pt x="2656" y="3108"/>
                  </a:cubicBezTo>
                  <a:lnTo>
                    <a:pt x="2656" y="2977"/>
                  </a:lnTo>
                  <a:cubicBezTo>
                    <a:pt x="2715" y="2930"/>
                    <a:pt x="2763" y="2882"/>
                    <a:pt x="2823" y="2834"/>
                  </a:cubicBezTo>
                  <a:cubicBezTo>
                    <a:pt x="3061" y="2596"/>
                    <a:pt x="3192" y="2287"/>
                    <a:pt x="3192" y="1941"/>
                  </a:cubicBezTo>
                  <a:lnTo>
                    <a:pt x="3192" y="1632"/>
                  </a:lnTo>
                  <a:lnTo>
                    <a:pt x="3251" y="1501"/>
                  </a:lnTo>
                  <a:cubicBezTo>
                    <a:pt x="3323" y="1346"/>
                    <a:pt x="3370" y="1191"/>
                    <a:pt x="3370" y="1025"/>
                  </a:cubicBezTo>
                  <a:lnTo>
                    <a:pt x="3370" y="155"/>
                  </a:lnTo>
                  <a:cubicBezTo>
                    <a:pt x="3370" y="72"/>
                    <a:pt x="3299" y="1"/>
                    <a:pt x="32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895;p60">
              <a:extLst>
                <a:ext uri="{FF2B5EF4-FFF2-40B4-BE49-F238E27FC236}">
                  <a16:creationId xmlns:a16="http://schemas.microsoft.com/office/drawing/2014/main" id="{7E328BD3-1BE7-51B7-F55A-7A7C267BC84C}"/>
                </a:ext>
              </a:extLst>
            </p:cNvPr>
            <p:cNvSpPr/>
            <p:nvPr/>
          </p:nvSpPr>
          <p:spPr>
            <a:xfrm>
              <a:off x="8222137" y="2743946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55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870"/>
                  </a:lnTo>
                  <a:cubicBezTo>
                    <a:pt x="0" y="965"/>
                    <a:pt x="72" y="1037"/>
                    <a:pt x="155" y="1037"/>
                  </a:cubicBezTo>
                  <a:cubicBezTo>
                    <a:pt x="250" y="1037"/>
                    <a:pt x="322" y="965"/>
                    <a:pt x="322" y="870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896;p60">
              <a:extLst>
                <a:ext uri="{FF2B5EF4-FFF2-40B4-BE49-F238E27FC236}">
                  <a16:creationId xmlns:a16="http://schemas.microsoft.com/office/drawing/2014/main" id="{1E9368EC-0902-E020-A13D-FAB7A881BD83}"/>
                </a:ext>
              </a:extLst>
            </p:cNvPr>
            <p:cNvSpPr/>
            <p:nvPr/>
          </p:nvSpPr>
          <p:spPr>
            <a:xfrm>
              <a:off x="8289579" y="2743946"/>
              <a:ext cx="10630" cy="33005"/>
            </a:xfrm>
            <a:custGeom>
              <a:avLst/>
              <a:gdLst/>
              <a:ahLst/>
              <a:cxnLst/>
              <a:rect l="l" t="t" r="r" b="b"/>
              <a:pathLst>
                <a:path w="334" h="1037" extrusionOk="0">
                  <a:moveTo>
                    <a:pt x="167" y="1"/>
                  </a:moveTo>
                  <a:cubicBezTo>
                    <a:pt x="84" y="1"/>
                    <a:pt x="0" y="72"/>
                    <a:pt x="0" y="156"/>
                  </a:cubicBezTo>
                  <a:lnTo>
                    <a:pt x="0" y="870"/>
                  </a:lnTo>
                  <a:cubicBezTo>
                    <a:pt x="0" y="965"/>
                    <a:pt x="84" y="1037"/>
                    <a:pt x="167" y="1037"/>
                  </a:cubicBezTo>
                  <a:cubicBezTo>
                    <a:pt x="250" y="1037"/>
                    <a:pt x="334" y="965"/>
                    <a:pt x="334" y="870"/>
                  </a:cubicBezTo>
                  <a:lnTo>
                    <a:pt x="334" y="156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320</Words>
  <Application>Microsoft Office PowerPoint</Application>
  <PresentationFormat>Widescreen</PresentationFormat>
  <Paragraphs>33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Anh Tuấn (SSC-ANCS&amp;KSTT-MB)</cp:lastModifiedBy>
  <cp:revision>13</cp:revision>
  <dcterms:created xsi:type="dcterms:W3CDTF">2013-01-27T09:14:16Z</dcterms:created>
  <dcterms:modified xsi:type="dcterms:W3CDTF">2026-05-17T12:39:15Z</dcterms:modified>
  <cp:category/>
</cp:coreProperties>
</file>