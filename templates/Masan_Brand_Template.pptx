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C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D2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2743200" cy="45720"/>
          </a:xfrm>
          <a:prstGeom prst="rect">
            <a:avLst/>
          </a:prstGeom>
          <a:solidFill>
            <a:srgbClr val="D2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000">
                <a:solidFill>
                  <a:srgbClr val="FFFFFF"/>
                </a:solidFill>
                <a:latin typeface="Calibri"/>
              </a:defRPr>
            </a:pPr>
            <a:r>
              <a:t>{{TIEU_DE}}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D"/>
                </a:solidFill>
                <a:latin typeface="Calibri"/>
              </a:defRPr>
            </a:pPr>
            <a:r>
              <a:t>{{NOI_DUNG}}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